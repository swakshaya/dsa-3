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7" r:id="rId3"/>
    <p:sldId id="264" r:id="rId4"/>
    <p:sldId id="258" r:id="rId5"/>
    <p:sldId id="265" r:id="rId6"/>
    <p:sldId id="259" r:id="rId7"/>
    <p:sldId id="267" r:id="rId8"/>
    <p:sldId id="266" r:id="rId9"/>
    <p:sldId id="260" r:id="rId10"/>
    <p:sldId id="262" r:id="rId11"/>
    <p:sldId id="268"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287CE6A-C279-43A9-A875-915921333589}" v="58" dt="2026-09-18T04:06:56.99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77" d="100"/>
          <a:sy n="77" d="100"/>
        </p:scale>
        <p:origin x="77" y="47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18" Type="http://schemas.microsoft.com/office/2015/10/relationships/revisionInfo" Target="revisionInfo.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eerthi Sri Mandapati" userId="325a4f88151a569e" providerId="LiveId" clId="{B6E2FB6C-29D1-400C-AE00-1850C5BBAAE4}"/>
    <pc:docChg chg="undo custSel delSld modSld">
      <pc:chgData name="Keerthi Sri Mandapati" userId="325a4f88151a569e" providerId="LiveId" clId="{B6E2FB6C-29D1-400C-AE00-1850C5BBAAE4}" dt="2026-09-18T04:06:56.995" v="536" actId="1076"/>
      <pc:docMkLst>
        <pc:docMk/>
      </pc:docMkLst>
      <pc:sldChg chg="modSp mod">
        <pc:chgData name="Keerthi Sri Mandapati" userId="325a4f88151a569e" providerId="LiveId" clId="{B6E2FB6C-29D1-400C-AE00-1850C5BBAAE4}" dt="2026-09-18T02:37:35.507" v="143" actId="20577"/>
        <pc:sldMkLst>
          <pc:docMk/>
          <pc:sldMk cId="0" sldId="256"/>
        </pc:sldMkLst>
        <pc:spChg chg="mod">
          <ac:chgData name="Keerthi Sri Mandapati" userId="325a4f88151a569e" providerId="LiveId" clId="{B6E2FB6C-29D1-400C-AE00-1850C5BBAAE4}" dt="2026-09-18T02:36:05.825" v="1" actId="14100"/>
          <ac:spMkLst>
            <pc:docMk/>
            <pc:sldMk cId="0" sldId="256"/>
            <ac:spMk id="2" creationId="{00000000-0000-0000-0000-000000000000}"/>
          </ac:spMkLst>
        </pc:spChg>
        <pc:spChg chg="mod">
          <ac:chgData name="Keerthi Sri Mandapati" userId="325a4f88151a569e" providerId="LiveId" clId="{B6E2FB6C-29D1-400C-AE00-1850C5BBAAE4}" dt="2026-09-18T02:37:35.507" v="143" actId="20577"/>
          <ac:spMkLst>
            <pc:docMk/>
            <pc:sldMk cId="0" sldId="256"/>
            <ac:spMk id="3" creationId="{00000000-0000-0000-0000-000000000000}"/>
          </ac:spMkLst>
        </pc:spChg>
      </pc:sldChg>
      <pc:sldChg chg="modSp">
        <pc:chgData name="Keerthi Sri Mandapati" userId="325a4f88151a569e" providerId="LiveId" clId="{B6E2FB6C-29D1-400C-AE00-1850C5BBAAE4}" dt="2026-09-18T02:38:35.255" v="144"/>
        <pc:sldMkLst>
          <pc:docMk/>
          <pc:sldMk cId="0" sldId="257"/>
        </pc:sldMkLst>
        <pc:spChg chg="mod">
          <ac:chgData name="Keerthi Sri Mandapati" userId="325a4f88151a569e" providerId="LiveId" clId="{B6E2FB6C-29D1-400C-AE00-1850C5BBAAE4}" dt="2026-09-18T02:38:35.255" v="144"/>
          <ac:spMkLst>
            <pc:docMk/>
            <pc:sldMk cId="0" sldId="257"/>
            <ac:spMk id="7" creationId="{1C70C049-38C4-198F-3181-AACE07DE24AE}"/>
          </ac:spMkLst>
        </pc:spChg>
      </pc:sldChg>
      <pc:sldChg chg="addSp modSp mod">
        <pc:chgData name="Keerthi Sri Mandapati" userId="325a4f88151a569e" providerId="LiveId" clId="{B6E2FB6C-29D1-400C-AE00-1850C5BBAAE4}" dt="2026-09-18T04:06:56.995" v="536" actId="1076"/>
        <pc:sldMkLst>
          <pc:docMk/>
          <pc:sldMk cId="0" sldId="258"/>
        </pc:sldMkLst>
        <pc:spChg chg="add mod">
          <ac:chgData name="Keerthi Sri Mandapati" userId="325a4f88151a569e" providerId="LiveId" clId="{B6E2FB6C-29D1-400C-AE00-1850C5BBAAE4}" dt="2026-09-18T04:06:56.995" v="536" actId="1076"/>
          <ac:spMkLst>
            <pc:docMk/>
            <pc:sldMk cId="0" sldId="258"/>
            <ac:spMk id="4" creationId="{B69144E5-D8F8-8684-D7C0-B786261BFFBD}"/>
          </ac:spMkLst>
        </pc:spChg>
      </pc:sldChg>
      <pc:sldChg chg="addSp delSp modSp mod">
        <pc:chgData name="Keerthi Sri Mandapati" userId="325a4f88151a569e" providerId="LiveId" clId="{B6E2FB6C-29D1-400C-AE00-1850C5BBAAE4}" dt="2026-09-18T03:08:20.392" v="272" actId="1076"/>
        <pc:sldMkLst>
          <pc:docMk/>
          <pc:sldMk cId="0" sldId="259"/>
        </pc:sldMkLst>
        <pc:spChg chg="add del mod">
          <ac:chgData name="Keerthi Sri Mandapati" userId="325a4f88151a569e" providerId="LiveId" clId="{B6E2FB6C-29D1-400C-AE00-1850C5BBAAE4}" dt="2026-09-18T02:55:32.834" v="237"/>
          <ac:spMkLst>
            <pc:docMk/>
            <pc:sldMk cId="0" sldId="259"/>
            <ac:spMk id="5" creationId="{29FF73FC-ADBD-2119-A027-854769BF6CA8}"/>
          </ac:spMkLst>
        </pc:spChg>
        <pc:spChg chg="add del mod">
          <ac:chgData name="Keerthi Sri Mandapati" userId="325a4f88151a569e" providerId="LiveId" clId="{B6E2FB6C-29D1-400C-AE00-1850C5BBAAE4}" dt="2026-09-18T02:55:20.714" v="232" actId="478"/>
          <ac:spMkLst>
            <pc:docMk/>
            <pc:sldMk cId="0" sldId="259"/>
            <ac:spMk id="9" creationId="{DBD25BCB-8C0B-B2B9-3460-F9D22CDA503D}"/>
          </ac:spMkLst>
        </pc:spChg>
        <pc:spChg chg="add del">
          <ac:chgData name="Keerthi Sri Mandapati" userId="325a4f88151a569e" providerId="LiveId" clId="{B6E2FB6C-29D1-400C-AE00-1850C5BBAAE4}" dt="2026-09-18T03:06:49.974" v="267" actId="478"/>
          <ac:spMkLst>
            <pc:docMk/>
            <pc:sldMk cId="0" sldId="259"/>
            <ac:spMk id="10" creationId="{519A968A-EFE4-D54E-4EE2-BA5F45759B9D}"/>
          </ac:spMkLst>
        </pc:spChg>
        <pc:spChg chg="add del">
          <ac:chgData name="Keerthi Sri Mandapati" userId="325a4f88151a569e" providerId="LiveId" clId="{B6E2FB6C-29D1-400C-AE00-1850C5BBAAE4}" dt="2026-09-18T03:07:00.233" v="269" actId="22"/>
          <ac:spMkLst>
            <pc:docMk/>
            <pc:sldMk cId="0" sldId="259"/>
            <ac:spMk id="12" creationId="{A6936330-15D6-F352-1AB1-AB956A4A0007}"/>
          </ac:spMkLst>
        </pc:spChg>
        <pc:graphicFrameChg chg="add del mod ord modGraphic">
          <ac:chgData name="Keerthi Sri Mandapati" userId="325a4f88151a569e" providerId="LiveId" clId="{B6E2FB6C-29D1-400C-AE00-1850C5BBAAE4}" dt="2026-09-18T02:52:03.024" v="200" actId="478"/>
          <ac:graphicFrameMkLst>
            <pc:docMk/>
            <pc:sldMk cId="0" sldId="259"/>
            <ac:graphicFrameMk id="6" creationId="{67578B81-0E32-D591-416A-CD2B2D2361CE}"/>
          </ac:graphicFrameMkLst>
        </pc:graphicFrameChg>
        <pc:graphicFrameChg chg="add del mod modGraphic">
          <ac:chgData name="Keerthi Sri Mandapati" userId="325a4f88151a569e" providerId="LiveId" clId="{B6E2FB6C-29D1-400C-AE00-1850C5BBAAE4}" dt="2026-09-18T02:55:28.359" v="234" actId="478"/>
          <ac:graphicFrameMkLst>
            <pc:docMk/>
            <pc:sldMk cId="0" sldId="259"/>
            <ac:graphicFrameMk id="7" creationId="{8C408836-8975-A244-C665-7D091BDD7AC0}"/>
          </ac:graphicFrameMkLst>
        </pc:graphicFrameChg>
        <pc:picChg chg="add mod">
          <ac:chgData name="Keerthi Sri Mandapati" userId="325a4f88151a569e" providerId="LiveId" clId="{B6E2FB6C-29D1-400C-AE00-1850C5BBAAE4}" dt="2026-09-18T03:08:20.392" v="272" actId="1076"/>
          <ac:picMkLst>
            <pc:docMk/>
            <pc:sldMk cId="0" sldId="259"/>
            <ac:picMk id="14" creationId="{C12C8594-9C48-848A-8CC6-5461052BB659}"/>
          </ac:picMkLst>
        </pc:picChg>
      </pc:sldChg>
      <pc:sldChg chg="addSp modSp mod">
        <pc:chgData name="Keerthi Sri Mandapati" userId="325a4f88151a569e" providerId="LiveId" clId="{B6E2FB6C-29D1-400C-AE00-1850C5BBAAE4}" dt="2026-09-18T03:55:12.651" v="454" actId="1076"/>
        <pc:sldMkLst>
          <pc:docMk/>
          <pc:sldMk cId="0" sldId="260"/>
        </pc:sldMkLst>
        <pc:spChg chg="add mod">
          <ac:chgData name="Keerthi Sri Mandapati" userId="325a4f88151a569e" providerId="LiveId" clId="{B6E2FB6C-29D1-400C-AE00-1850C5BBAAE4}" dt="2026-09-18T03:55:01.029" v="451" actId="1076"/>
          <ac:spMkLst>
            <pc:docMk/>
            <pc:sldMk cId="0" sldId="260"/>
            <ac:spMk id="5" creationId="{57D1357E-649C-ED0D-C2C0-72578663205C}"/>
          </ac:spMkLst>
        </pc:spChg>
        <pc:picChg chg="add mod">
          <ac:chgData name="Keerthi Sri Mandapati" userId="325a4f88151a569e" providerId="LiveId" clId="{B6E2FB6C-29D1-400C-AE00-1850C5BBAAE4}" dt="2026-09-18T03:55:12.651" v="454" actId="1076"/>
          <ac:picMkLst>
            <pc:docMk/>
            <pc:sldMk cId="0" sldId="260"/>
            <ac:picMk id="7" creationId="{DFE03C73-CE33-E6B1-7FF7-357C1C2586C0}"/>
          </ac:picMkLst>
        </pc:picChg>
      </pc:sldChg>
      <pc:sldChg chg="del">
        <pc:chgData name="Keerthi Sri Mandapati" userId="325a4f88151a569e" providerId="LiveId" clId="{B6E2FB6C-29D1-400C-AE00-1850C5BBAAE4}" dt="2026-09-18T02:47:48.866" v="168" actId="47"/>
        <pc:sldMkLst>
          <pc:docMk/>
          <pc:sldMk cId="0" sldId="261"/>
        </pc:sldMkLst>
      </pc:sldChg>
      <pc:sldChg chg="addSp delSp modSp mod">
        <pc:chgData name="Keerthi Sri Mandapati" userId="325a4f88151a569e" providerId="LiveId" clId="{B6E2FB6C-29D1-400C-AE00-1850C5BBAAE4}" dt="2026-09-18T03:56:11.379" v="462" actId="1076"/>
        <pc:sldMkLst>
          <pc:docMk/>
          <pc:sldMk cId="0" sldId="262"/>
        </pc:sldMkLst>
        <pc:spChg chg="add del mod">
          <ac:chgData name="Keerthi Sri Mandapati" userId="325a4f88151a569e" providerId="LiveId" clId="{B6E2FB6C-29D1-400C-AE00-1850C5BBAAE4}" dt="2026-09-18T02:56:24.107" v="246"/>
          <ac:spMkLst>
            <pc:docMk/>
            <pc:sldMk cId="0" sldId="262"/>
            <ac:spMk id="2" creationId="{88698842-EA31-DB16-B7F0-5982DAE9DB99}"/>
          </ac:spMkLst>
        </pc:spChg>
        <pc:spChg chg="add mod">
          <ac:chgData name="Keerthi Sri Mandapati" userId="325a4f88151a569e" providerId="LiveId" clId="{B6E2FB6C-29D1-400C-AE00-1850C5BBAAE4}" dt="2026-09-18T03:56:11.379" v="462" actId="1076"/>
          <ac:spMkLst>
            <pc:docMk/>
            <pc:sldMk cId="0" sldId="262"/>
            <ac:spMk id="6" creationId="{03D0739A-33BC-0C7E-29D6-19D04E08725B}"/>
          </ac:spMkLst>
        </pc:spChg>
      </pc:sldChg>
      <pc:sldChg chg="addSp delSp modSp mod">
        <pc:chgData name="Keerthi Sri Mandapati" userId="325a4f88151a569e" providerId="LiveId" clId="{B6E2FB6C-29D1-400C-AE00-1850C5BBAAE4}" dt="2026-09-18T04:06:31.888" v="534" actId="1076"/>
        <pc:sldMkLst>
          <pc:docMk/>
          <pc:sldMk cId="1672422596" sldId="264"/>
        </pc:sldMkLst>
        <pc:spChg chg="add del mod">
          <ac:chgData name="Keerthi Sri Mandapati" userId="325a4f88151a569e" providerId="LiveId" clId="{B6E2FB6C-29D1-400C-AE00-1850C5BBAAE4}" dt="2026-09-18T02:41:51.727" v="154"/>
          <ac:spMkLst>
            <pc:docMk/>
            <pc:sldMk cId="1672422596" sldId="264"/>
            <ac:spMk id="5" creationId="{676D1E2C-F2C1-4521-0F0B-9BB09F5A9651}"/>
          </ac:spMkLst>
        </pc:spChg>
        <pc:spChg chg="add mod">
          <ac:chgData name="Keerthi Sri Mandapati" userId="325a4f88151a569e" providerId="LiveId" clId="{B6E2FB6C-29D1-400C-AE00-1850C5BBAAE4}" dt="2026-09-18T04:06:31.888" v="534" actId="1076"/>
          <ac:spMkLst>
            <pc:docMk/>
            <pc:sldMk cId="1672422596" sldId="264"/>
            <ac:spMk id="6" creationId="{A7F4CB1D-70ED-D6F4-6F50-A4728BA11D4E}"/>
          </ac:spMkLst>
        </pc:spChg>
        <pc:picChg chg="add mod">
          <ac:chgData name="Keerthi Sri Mandapati" userId="325a4f88151a569e" providerId="LiveId" clId="{B6E2FB6C-29D1-400C-AE00-1850C5BBAAE4}" dt="2026-09-18T04:06:11.210" v="530" actId="1076"/>
          <ac:picMkLst>
            <pc:docMk/>
            <pc:sldMk cId="1672422596" sldId="264"/>
            <ac:picMk id="8" creationId="{B3D70AD3-2C31-9B81-8195-1A71F0F28682}"/>
          </ac:picMkLst>
        </pc:picChg>
      </pc:sldChg>
      <pc:sldChg chg="addSp modSp mod">
        <pc:chgData name="Keerthi Sri Mandapati" userId="325a4f88151a569e" providerId="LiveId" clId="{B6E2FB6C-29D1-400C-AE00-1850C5BBAAE4}" dt="2026-09-18T04:02:34.740" v="501" actId="123"/>
        <pc:sldMkLst>
          <pc:docMk/>
          <pc:sldMk cId="3441026644" sldId="265"/>
        </pc:sldMkLst>
        <pc:spChg chg="add mod">
          <ac:chgData name="Keerthi Sri Mandapati" userId="325a4f88151a569e" providerId="LiveId" clId="{B6E2FB6C-29D1-400C-AE00-1850C5BBAAE4}" dt="2026-09-18T04:02:24.473" v="500" actId="20577"/>
          <ac:spMkLst>
            <pc:docMk/>
            <pc:sldMk cId="3441026644" sldId="265"/>
            <ac:spMk id="5" creationId="{8EE7B7B6-A6C7-10AF-EA27-0557275F5BCB}"/>
          </ac:spMkLst>
        </pc:spChg>
        <pc:spChg chg="add">
          <ac:chgData name="Keerthi Sri Mandapati" userId="325a4f88151a569e" providerId="LiveId" clId="{B6E2FB6C-29D1-400C-AE00-1850C5BBAAE4}" dt="2026-09-18T03:37:25.605" v="448"/>
          <ac:spMkLst>
            <pc:docMk/>
            <pc:sldMk cId="3441026644" sldId="265"/>
            <ac:spMk id="6" creationId="{5BAA12F4-BE4A-2A20-A801-154A8506DC71}"/>
          </ac:spMkLst>
        </pc:spChg>
        <pc:spChg chg="add mod">
          <ac:chgData name="Keerthi Sri Mandapati" userId="325a4f88151a569e" providerId="LiveId" clId="{B6E2FB6C-29D1-400C-AE00-1850C5BBAAE4}" dt="2026-09-18T03:37:29.963" v="449"/>
          <ac:spMkLst>
            <pc:docMk/>
            <pc:sldMk cId="3441026644" sldId="265"/>
            <ac:spMk id="7" creationId="{8AFF9639-E28E-E42F-B3C6-DD1C7A21B574}"/>
          </ac:spMkLst>
        </pc:spChg>
        <pc:spChg chg="add mod">
          <ac:chgData name="Keerthi Sri Mandapati" userId="325a4f88151a569e" providerId="LiveId" clId="{B6E2FB6C-29D1-400C-AE00-1850C5BBAAE4}" dt="2026-09-18T04:02:34.740" v="501" actId="123"/>
          <ac:spMkLst>
            <pc:docMk/>
            <pc:sldMk cId="3441026644" sldId="265"/>
            <ac:spMk id="9" creationId="{C2A1189B-336B-FD12-B0D3-BDB94473A9A2}"/>
          </ac:spMkLst>
        </pc:spChg>
        <pc:spChg chg="add mod">
          <ac:chgData name="Keerthi Sri Mandapati" userId="325a4f88151a569e" providerId="LiveId" clId="{B6E2FB6C-29D1-400C-AE00-1850C5BBAAE4}" dt="2026-09-18T04:02:13.349" v="497" actId="1076"/>
          <ac:spMkLst>
            <pc:docMk/>
            <pc:sldMk cId="3441026644" sldId="265"/>
            <ac:spMk id="10" creationId="{1AE801DD-5614-9EBC-C280-F71494E347BA}"/>
          </ac:spMkLst>
        </pc:spChg>
      </pc:sldChg>
      <pc:sldChg chg="addSp delSp modSp mod">
        <pc:chgData name="Keerthi Sri Mandapati" userId="325a4f88151a569e" providerId="LiveId" clId="{B6E2FB6C-29D1-400C-AE00-1850C5BBAAE4}" dt="2026-09-18T04:04:59.777" v="523" actId="1076"/>
        <pc:sldMkLst>
          <pc:docMk/>
          <pc:sldMk cId="2292750904" sldId="266"/>
        </pc:sldMkLst>
        <pc:spChg chg="add del mod">
          <ac:chgData name="Keerthi Sri Mandapati" userId="325a4f88151a569e" providerId="LiveId" clId="{B6E2FB6C-29D1-400C-AE00-1850C5BBAAE4}" dt="2026-09-18T03:29:46.509" v="413" actId="478"/>
          <ac:spMkLst>
            <pc:docMk/>
            <pc:sldMk cId="2292750904" sldId="266"/>
            <ac:spMk id="5" creationId="{9623C3D4-8240-D085-BD1F-98139552E92C}"/>
          </ac:spMkLst>
        </pc:spChg>
        <pc:spChg chg="add mod">
          <ac:chgData name="Keerthi Sri Mandapati" userId="325a4f88151a569e" providerId="LiveId" clId="{B6E2FB6C-29D1-400C-AE00-1850C5BBAAE4}" dt="2026-09-18T02:55:08.330" v="230" actId="1076"/>
          <ac:spMkLst>
            <pc:docMk/>
            <pc:sldMk cId="2292750904" sldId="266"/>
            <ac:spMk id="8" creationId="{2A1D8092-4592-F77B-DA2B-466030787A7A}"/>
          </ac:spMkLst>
        </pc:spChg>
        <pc:spChg chg="add mod">
          <ac:chgData name="Keerthi Sri Mandapati" userId="325a4f88151a569e" providerId="LiveId" clId="{B6E2FB6C-29D1-400C-AE00-1850C5BBAAE4}" dt="2026-09-18T04:04:47.889" v="520" actId="1076"/>
          <ac:spMkLst>
            <pc:docMk/>
            <pc:sldMk cId="2292750904" sldId="266"/>
            <ac:spMk id="10" creationId="{B0198002-BB7A-3B39-6FD5-4F6F744392D1}"/>
          </ac:spMkLst>
        </pc:spChg>
        <pc:graphicFrameChg chg="add mod modGraphic">
          <ac:chgData name="Keerthi Sri Mandapati" userId="325a4f88151a569e" providerId="LiveId" clId="{B6E2FB6C-29D1-400C-AE00-1850C5BBAAE4}" dt="2026-09-18T02:55:01.984" v="228" actId="1076"/>
          <ac:graphicFrameMkLst>
            <pc:docMk/>
            <pc:sldMk cId="2292750904" sldId="266"/>
            <ac:graphicFrameMk id="6" creationId="{25046B86-92D3-31BD-9413-5471E5A708DB}"/>
          </ac:graphicFrameMkLst>
        </pc:graphicFrameChg>
        <pc:graphicFrameChg chg="add mod modGraphic">
          <ac:chgData name="Keerthi Sri Mandapati" userId="325a4f88151a569e" providerId="LiveId" clId="{B6E2FB6C-29D1-400C-AE00-1850C5BBAAE4}" dt="2026-09-18T04:04:59.777" v="523" actId="1076"/>
          <ac:graphicFrameMkLst>
            <pc:docMk/>
            <pc:sldMk cId="2292750904" sldId="266"/>
            <ac:graphicFrameMk id="9" creationId="{D6259528-F5C7-F4F5-430B-2A4D4F8F63D1}"/>
          </ac:graphicFrameMkLst>
        </pc:graphicFrameChg>
      </pc:sldChg>
      <pc:sldChg chg="addSp modSp mod">
        <pc:chgData name="Keerthi Sri Mandapati" userId="325a4f88151a569e" providerId="LiveId" clId="{B6E2FB6C-29D1-400C-AE00-1850C5BBAAE4}" dt="2026-09-18T03:56:27.995" v="464" actId="1076"/>
        <pc:sldMkLst>
          <pc:docMk/>
          <pc:sldMk cId="106092222" sldId="267"/>
        </pc:sldMkLst>
        <pc:spChg chg="add mod">
          <ac:chgData name="Keerthi Sri Mandapati" userId="325a4f88151a569e" providerId="LiveId" clId="{B6E2FB6C-29D1-400C-AE00-1850C5BBAAE4}" dt="2026-09-18T03:56:27.995" v="464" actId="1076"/>
          <ac:spMkLst>
            <pc:docMk/>
            <pc:sldMk cId="106092222" sldId="267"/>
            <ac:spMk id="5" creationId="{43BDE506-3656-C2DD-E97C-4B36106FACDE}"/>
          </ac:spMkLst>
        </pc:spChg>
        <pc:picChg chg="add mod">
          <ac:chgData name="Keerthi Sri Mandapati" userId="325a4f88151a569e" providerId="LiveId" clId="{B6E2FB6C-29D1-400C-AE00-1850C5BBAAE4}" dt="2026-09-18T03:23:38.338" v="290" actId="1076"/>
          <ac:picMkLst>
            <pc:docMk/>
            <pc:sldMk cId="106092222" sldId="267"/>
            <ac:picMk id="7" creationId="{84F78807-2EB7-42BB-B26E-642A6FB57187}"/>
          </ac:picMkLst>
        </pc:pic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9/18/2026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p:cNvSpPr>
            <a:spLocks noGrp="1"/>
          </p:cNvSpPr>
          <p:nvPr>
            <p:ph idx="1"/>
          </p:nvPr>
        </p:nvSpPr>
        <p:spPr>
          <a:xfrm>
            <a:off x="838200" y="1825625"/>
            <a:ext cx="10515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9/18/2026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a:prstGeom prst="rect">
            <a:avLst/>
          </a:prstGeo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9/18/2026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9/18/2026</a:t>
            </a:fld>
            <a:endParaRPr lang="en-US"/>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a:prstGeom prst="rect">
            <a:avLst/>
          </a:prstGeo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9/18/2026</a:t>
            </a:fld>
            <a:endParaRPr lang="en-US"/>
          </a:p>
        </p:txBody>
      </p:sp>
      <p:sp>
        <p:nvSpPr>
          <p:cNvPr id="8" name="Footer Placeholder 7"/>
          <p:cNvSpPr>
            <a:spLocks noGrp="1"/>
          </p:cNvSpPr>
          <p:nvPr>
            <p:ph type="ftr" sz="quarter" idx="11"/>
          </p:nvPr>
        </p:nvSpPr>
        <p:spPr>
          <a:xfrm>
            <a:off x="4038600" y="6356350"/>
            <a:ext cx="4114800" cy="365125"/>
          </a:xfrm>
          <a:prstGeom prst="rect">
            <a:avLst/>
          </a:prstGeom>
        </p:spPr>
        <p:txBody>
          <a:bodyPr/>
          <a:lstStyle/>
          <a:p>
            <a:endParaRPr lang="en-US"/>
          </a:p>
        </p:txBody>
      </p:sp>
      <p:sp>
        <p:nvSpPr>
          <p:cNvPr id="9" name="Slide Number Placeholder 8"/>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Date Placeholder 2"/>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9/18/2026</a:t>
            </a:fld>
            <a:endParaRPr lang="en-US"/>
          </a:p>
        </p:txBody>
      </p:sp>
      <p:sp>
        <p:nvSpPr>
          <p:cNvPr id="4" name="Footer Placeholder 3"/>
          <p:cNvSpPr>
            <a:spLocks noGrp="1"/>
          </p:cNvSpPr>
          <p:nvPr>
            <p:ph type="ftr" sz="quarter" idx="11"/>
          </p:nvPr>
        </p:nvSpPr>
        <p:spPr>
          <a:xfrm>
            <a:off x="4038600" y="6356350"/>
            <a:ext cx="4114800" cy="365125"/>
          </a:xfrm>
          <a:prstGeom prst="rect">
            <a:avLst/>
          </a:prstGeom>
        </p:spPr>
        <p:txBody>
          <a:bodyPr/>
          <a:lstStyle/>
          <a:p>
            <a:endParaRPr lang="en-US"/>
          </a:p>
        </p:txBody>
      </p:sp>
      <p:sp>
        <p:nvSpPr>
          <p:cNvPr id="5" name="Slide Number Placeholder 4"/>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9/18/2026</a:t>
            </a:fld>
            <a:endParaRPr lang="en-US"/>
          </a:p>
        </p:txBody>
      </p:sp>
      <p:sp>
        <p:nvSpPr>
          <p:cNvPr id="3" name="Footer Placeholder 2"/>
          <p:cNvSpPr>
            <a:spLocks noGrp="1"/>
          </p:cNvSpPr>
          <p:nvPr>
            <p:ph type="ftr" sz="quarter" idx="11"/>
          </p:nvPr>
        </p:nvSpPr>
        <p:spPr>
          <a:xfrm>
            <a:off x="4038600" y="6356350"/>
            <a:ext cx="4114800" cy="365125"/>
          </a:xfrm>
          <a:prstGeom prst="rect">
            <a:avLst/>
          </a:prstGeom>
        </p:spPr>
        <p:txBody>
          <a:bodyPr/>
          <a:lstStyle/>
          <a:p>
            <a:endParaRPr lang="en-US"/>
          </a:p>
        </p:txBody>
      </p:sp>
      <p:sp>
        <p:nvSpPr>
          <p:cNvPr id="4" name="Slide Number Placeholder 3"/>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9/18/2026</a:t>
            </a:fld>
            <a:endParaRPr lang="en-US"/>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9/18/2026</a:t>
            </a:fld>
            <a:endParaRPr lang="en-US"/>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Vertical Text Placeholder 2"/>
          <p:cNvSpPr>
            <a:spLocks noGrp="1"/>
          </p:cNvSpPr>
          <p:nvPr>
            <p:ph type="body" orient="vert" idx="1"/>
          </p:nvPr>
        </p:nvSpPr>
        <p:spPr>
          <a:xfrm>
            <a:off x="838200" y="1825625"/>
            <a:ext cx="10515600" cy="43513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9/18/2026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a:prstGeom prst="rect">
            <a:avLst/>
          </a:prstGeo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9/18/2026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2">
            <a:lumMod val="20000"/>
            <a:lumOff val="80000"/>
            <a:alpha val="10000"/>
          </a:schemeClr>
        </a:solidFill>
        <a:effectLst/>
      </p:bgPr>
    </p:bg>
    <p:spTree>
      <p:nvGrpSpPr>
        <p:cNvPr id="1" name=""/>
        <p:cNvGrpSpPr/>
        <p:nvPr/>
      </p:nvGrpSpPr>
      <p:grpSpPr>
        <a:xfrm>
          <a:off x="0" y="0"/>
          <a:ext cx="0" cy="0"/>
          <a:chOff x="0" y="0"/>
          <a:chExt cx="0" cy="0"/>
        </a:xfrm>
      </p:grpSpPr>
      <p:pic>
        <p:nvPicPr>
          <p:cNvPr id="7" name="Picture 11" descr="KL University Hyderabad"/>
          <p:cNvPicPr>
            <a:picLocks noChangeAspect="1" noChangeArrowheads="1"/>
          </p:cNvPicPr>
          <p:nvPr userDrawn="1"/>
        </p:nvPicPr>
        <p:blipFill>
          <a:blip r:embed="rId13">
            <a:extLst>
              <a:ext uri="{28A0092B-C50C-407E-A947-70E740481C1C}">
                <a14:useLocalDpi xmlns:a14="http://schemas.microsoft.com/office/drawing/2010/main" val="0"/>
              </a:ext>
            </a:extLst>
          </a:blip>
          <a:srcRect/>
          <a:stretch>
            <a:fillRect/>
          </a:stretch>
        </p:blipFill>
        <p:spPr bwMode="auto">
          <a:xfrm>
            <a:off x="0" y="44450"/>
            <a:ext cx="2101850" cy="900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Rectangle 7"/>
          <p:cNvSpPr/>
          <p:nvPr userDrawn="1"/>
        </p:nvSpPr>
        <p:spPr>
          <a:xfrm>
            <a:off x="0" y="6811963"/>
            <a:ext cx="12192000" cy="46037"/>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9" name="Rectangle 8"/>
          <p:cNvSpPr/>
          <p:nvPr userDrawn="1"/>
        </p:nvSpPr>
        <p:spPr>
          <a:xfrm>
            <a:off x="0" y="0"/>
            <a:ext cx="12192000" cy="46038"/>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pic>
        <p:nvPicPr>
          <p:cNvPr id="10" name="Picture 6" descr="Background pattern&#10;&#10;Description automatically generated"/>
          <p:cNvPicPr>
            <a:picLocks noChangeAspect="1" noChangeArrowheads="1"/>
          </p:cNvPicPr>
          <p:nvPr userDrawn="1"/>
        </p:nvPicPr>
        <p:blipFill>
          <a:blip r:embed="rId14">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0" y="0"/>
            <a:ext cx="3003550" cy="3003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861938" y="1"/>
            <a:ext cx="9144000" cy="2534478"/>
          </a:xfrm>
        </p:spPr>
        <p:txBody>
          <a:bodyPr/>
          <a:lstStyle/>
          <a:p>
            <a:br>
              <a:rPr lang="en-US" b="1" dirty="0">
                <a:solidFill>
                  <a:srgbClr val="C00000"/>
                </a:solidFill>
                <a:latin typeface="+mn-lt"/>
              </a:rPr>
            </a:br>
            <a:br>
              <a:rPr lang="en-US" b="1" dirty="0">
                <a:solidFill>
                  <a:srgbClr val="C00000"/>
                </a:solidFill>
                <a:latin typeface="+mn-lt"/>
              </a:rPr>
            </a:br>
            <a:br>
              <a:rPr lang="en-US" b="1" dirty="0">
                <a:solidFill>
                  <a:srgbClr val="C00000"/>
                </a:solidFill>
                <a:latin typeface="+mn-lt"/>
              </a:rPr>
            </a:br>
            <a:br>
              <a:rPr lang="en-US" b="1" dirty="0">
                <a:solidFill>
                  <a:srgbClr val="C00000"/>
                </a:solidFill>
                <a:latin typeface="+mn-lt"/>
              </a:rPr>
            </a:br>
            <a:br>
              <a:rPr lang="en-US" b="1" dirty="0">
                <a:solidFill>
                  <a:srgbClr val="C00000"/>
                </a:solidFill>
                <a:latin typeface="+mn-lt"/>
              </a:rPr>
            </a:br>
            <a:br>
              <a:rPr lang="en-US" b="1" dirty="0">
                <a:solidFill>
                  <a:srgbClr val="C00000"/>
                </a:solidFill>
                <a:latin typeface="+mn-lt"/>
              </a:rPr>
            </a:br>
            <a:br>
              <a:rPr lang="en-US" sz="4000" b="1" dirty="0">
                <a:solidFill>
                  <a:srgbClr val="C00000"/>
                </a:solidFill>
                <a:latin typeface="+mn-lt"/>
              </a:rPr>
            </a:br>
            <a:r>
              <a:rPr lang="en-US" sz="4000" b="1" dirty="0">
                <a:solidFill>
                  <a:srgbClr val="C00000"/>
                </a:solidFill>
                <a:latin typeface="+mn-lt"/>
              </a:rPr>
              <a:t>Data Structures and Algorithms -3 (25CS2103E)</a:t>
            </a:r>
            <a:br>
              <a:rPr lang="en-US" sz="4000" b="1" dirty="0">
                <a:solidFill>
                  <a:srgbClr val="C00000"/>
                </a:solidFill>
                <a:latin typeface="+mn-lt"/>
              </a:rPr>
            </a:br>
            <a:br>
              <a:rPr lang="en-US" sz="4000" b="1" dirty="0">
                <a:solidFill>
                  <a:srgbClr val="C00000"/>
                </a:solidFill>
                <a:latin typeface="+mn-lt"/>
              </a:rPr>
            </a:br>
            <a:r>
              <a:rPr lang="en-US" sz="4000" b="1" dirty="0">
                <a:solidFill>
                  <a:srgbClr val="C00000"/>
                </a:solidFill>
                <a:latin typeface="+mn-lt"/>
              </a:rPr>
              <a:t>Title of the project</a:t>
            </a:r>
          </a:p>
        </p:txBody>
      </p:sp>
      <p:sp>
        <p:nvSpPr>
          <p:cNvPr id="3" name="Subtitle 2"/>
          <p:cNvSpPr>
            <a:spLocks noGrp="1"/>
          </p:cNvSpPr>
          <p:nvPr>
            <p:ph type="subTitle" idx="1"/>
          </p:nvPr>
        </p:nvSpPr>
        <p:spPr>
          <a:xfrm>
            <a:off x="4270160" y="2763078"/>
            <a:ext cx="4551284" cy="2146460"/>
          </a:xfrm>
        </p:spPr>
        <p:txBody>
          <a:bodyPr/>
          <a:lstStyle/>
          <a:p>
            <a:r>
              <a:rPr lang="en-US" dirty="0">
                <a:solidFill>
                  <a:srgbClr val="0070C0"/>
                </a:solidFill>
              </a:rPr>
              <a:t>Team Members</a:t>
            </a:r>
          </a:p>
          <a:p>
            <a:r>
              <a:rPr lang="en-US" dirty="0">
                <a:solidFill>
                  <a:srgbClr val="0070C0"/>
                </a:solidFill>
              </a:rPr>
              <a:t>M. Keerthi Sri – 2520030079</a:t>
            </a:r>
          </a:p>
          <a:p>
            <a:r>
              <a:rPr lang="en-US" dirty="0">
                <a:solidFill>
                  <a:srgbClr val="0070C0"/>
                </a:solidFill>
              </a:rPr>
              <a:t>N. Greeshma – 2520030080</a:t>
            </a:r>
          </a:p>
          <a:p>
            <a:r>
              <a:rPr lang="en-US" dirty="0">
                <a:solidFill>
                  <a:srgbClr val="0070C0"/>
                </a:solidFill>
              </a:rPr>
              <a:t>K. Swathi Sree - 2520030410</a:t>
            </a:r>
          </a:p>
          <a:p>
            <a:pPr marL="171450" algn="ctr">
              <a:lnSpc>
                <a:spcPct val="107000"/>
              </a:lnSpc>
              <a:spcAft>
                <a:spcPts val="800"/>
              </a:spcAft>
            </a:pPr>
            <a:endParaRPr lang="en-US" sz="1800" kern="0" dirty="0">
              <a:solidFill>
                <a:srgbClr val="000000"/>
              </a:solidFill>
              <a:effectLst/>
              <a:latin typeface="Times New Roman" panose="02020603050405020304" pitchFamily="18" charset="0"/>
              <a:ea typeface="Times New Roman" panose="02020603050405020304" pitchFamily="18" charset="0"/>
              <a:cs typeface="Gautami" panose="020B0502040204020203" pitchFamily="34" charset="0"/>
            </a:endParaRPr>
          </a:p>
          <a:p>
            <a:pPr marL="171450" algn="ctr">
              <a:lnSpc>
                <a:spcPct val="107000"/>
              </a:lnSpc>
              <a:spcAft>
                <a:spcPts val="800"/>
              </a:spcAft>
            </a:pPr>
            <a:r>
              <a:rPr lang="en-US" sz="1800" kern="0" dirty="0">
                <a:solidFill>
                  <a:srgbClr val="000000"/>
                </a:solidFill>
                <a:effectLst/>
                <a:latin typeface="Times New Roman" panose="02020603050405020304" pitchFamily="18" charset="0"/>
                <a:ea typeface="Times New Roman" panose="02020603050405020304" pitchFamily="18" charset="0"/>
                <a:cs typeface="Gautami" panose="020B0502040204020203" pitchFamily="34" charset="0"/>
              </a:rPr>
              <a:t>Under the Esteemed Guidance of</a:t>
            </a:r>
            <a:endParaRPr lang="en-IN" sz="1800" kern="100" dirty="0">
              <a:effectLst/>
              <a:latin typeface="Calibri" panose="020F0502020204030204" pitchFamily="34" charset="0"/>
              <a:ea typeface="Calibri" panose="020F0502020204030204" pitchFamily="34" charset="0"/>
              <a:cs typeface="Gautami" panose="020B0502040204020203" pitchFamily="34" charset="0"/>
            </a:endParaRPr>
          </a:p>
          <a:p>
            <a:pPr algn="ctr">
              <a:lnSpc>
                <a:spcPct val="107000"/>
              </a:lnSpc>
              <a:spcAft>
                <a:spcPts val="800"/>
              </a:spcAft>
            </a:pPr>
            <a:r>
              <a:rPr lang="en-US" sz="1800" b="1" kern="0" dirty="0">
                <a:solidFill>
                  <a:srgbClr val="000000"/>
                </a:solidFill>
                <a:effectLst/>
                <a:latin typeface="Times New Roman" panose="02020603050405020304" pitchFamily="18" charset="0"/>
                <a:ea typeface="Times New Roman" panose="02020603050405020304" pitchFamily="18" charset="0"/>
                <a:cs typeface="Gautami" panose="020B0502040204020203" pitchFamily="34" charset="0"/>
              </a:rPr>
              <a:t>Dr. S. Madhavi</a:t>
            </a:r>
          </a:p>
          <a:p>
            <a:pPr algn="ctr">
              <a:lnSpc>
                <a:spcPct val="107000"/>
              </a:lnSpc>
              <a:spcAft>
                <a:spcPts val="800"/>
              </a:spcAft>
            </a:pPr>
            <a:r>
              <a:rPr lang="en-US" sz="1800" b="1" kern="0" dirty="0" err="1">
                <a:solidFill>
                  <a:srgbClr val="000000"/>
                </a:solidFill>
                <a:latin typeface="Times New Roman" panose="02020603050405020304" pitchFamily="18" charset="0"/>
                <a:ea typeface="Calibri" panose="020F0502020204030204" pitchFamily="34" charset="0"/>
                <a:cs typeface="Gautami" panose="020B0502040204020203" pitchFamily="34" charset="0"/>
              </a:rPr>
              <a:t>Assisstant</a:t>
            </a:r>
            <a:r>
              <a:rPr lang="en-US" sz="1800" b="1" kern="0" dirty="0">
                <a:solidFill>
                  <a:srgbClr val="000000"/>
                </a:solidFill>
                <a:latin typeface="Times New Roman" panose="02020603050405020304" pitchFamily="18" charset="0"/>
                <a:ea typeface="Calibri" panose="020F0502020204030204" pitchFamily="34" charset="0"/>
                <a:cs typeface="Gautami" panose="020B0502040204020203" pitchFamily="34" charset="0"/>
              </a:rPr>
              <a:t> Professor, CSE.</a:t>
            </a:r>
            <a:endParaRPr lang="en-IN" sz="1800" kern="100" dirty="0">
              <a:effectLst/>
              <a:latin typeface="Calibri" panose="020F0502020204030204" pitchFamily="34" charset="0"/>
              <a:ea typeface="Calibri" panose="020F0502020204030204" pitchFamily="34" charset="0"/>
              <a:cs typeface="Gautami" panose="020B0502040204020203" pitchFamily="34" charset="0"/>
            </a:endParaRPr>
          </a:p>
          <a:p>
            <a:endParaRPr lang="en-US" dirty="0">
              <a:solidFill>
                <a:srgbClr val="0070C0"/>
              </a:solidFill>
            </a:endParaRPr>
          </a:p>
          <a:p>
            <a:endParaRPr lang="en-US" b="1" dirty="0">
              <a:solidFill>
                <a:srgbClr val="C00000"/>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1C70C049-38C4-198F-3181-AACE07DE24AE}"/>
              </a:ext>
            </a:extLst>
          </p:cNvPr>
          <p:cNvSpPr txBox="1"/>
          <p:nvPr/>
        </p:nvSpPr>
        <p:spPr>
          <a:xfrm>
            <a:off x="3736109" y="806448"/>
            <a:ext cx="6936386" cy="5835572"/>
          </a:xfrm>
          <a:prstGeom prst="rect">
            <a:avLst/>
          </a:prstGeom>
          <a:noFill/>
        </p:spPr>
        <p:txBody>
          <a:bodyPr wrap="none" rtlCol="0">
            <a:spAutoFit/>
          </a:bodyPr>
          <a:lstStyle/>
          <a:p>
            <a:pPr marL="457200" indent="-457200" algn="l" rtl="0" eaLnBrk="1" fontAlgn="t" latinLnBrk="0" hangingPunct="1">
              <a:lnSpc>
                <a:spcPct val="150000"/>
              </a:lnSpc>
              <a:spcBef>
                <a:spcPts val="0"/>
              </a:spcBef>
              <a:spcAft>
                <a:spcPts val="0"/>
              </a:spcAft>
              <a:buFont typeface="Arial" panose="020B0604020202020204" pitchFamily="34" charset="0"/>
              <a:buChar char="•"/>
            </a:pPr>
            <a:r>
              <a:rPr lang="en-US" sz="3200" b="0" i="0" u="none" strike="noStrike" kern="1200" dirty="0">
                <a:solidFill>
                  <a:srgbClr val="000000"/>
                </a:solidFill>
                <a:effectLst/>
                <a:latin typeface="Calibri" panose="020F0502020204030204" pitchFamily="34" charset="0"/>
              </a:rPr>
              <a:t>Abstract</a:t>
            </a:r>
          </a:p>
          <a:p>
            <a:pPr marL="457200" indent="-457200" algn="l" rtl="0" eaLnBrk="1" fontAlgn="t" latinLnBrk="0" hangingPunct="1">
              <a:lnSpc>
                <a:spcPct val="150000"/>
              </a:lnSpc>
              <a:spcBef>
                <a:spcPts val="0"/>
              </a:spcBef>
              <a:spcAft>
                <a:spcPts val="0"/>
              </a:spcAft>
              <a:buFont typeface="Arial" panose="020B0604020202020204" pitchFamily="34" charset="0"/>
              <a:buChar char="•"/>
            </a:pPr>
            <a:r>
              <a:rPr lang="en-US" sz="3200" b="0" i="0" u="none" strike="noStrike" kern="1200" dirty="0">
                <a:solidFill>
                  <a:srgbClr val="000000"/>
                </a:solidFill>
                <a:effectLst/>
                <a:latin typeface="Calibri" panose="020F0502020204030204" pitchFamily="34" charset="0"/>
              </a:rPr>
              <a:t>Introduction</a:t>
            </a:r>
            <a:endParaRPr lang="en-IN" sz="3200" b="0" i="0" u="none" strike="noStrike" dirty="0">
              <a:effectLst/>
              <a:latin typeface="Arial" panose="020B0604020202020204" pitchFamily="34" charset="0"/>
            </a:endParaRPr>
          </a:p>
          <a:p>
            <a:pPr marL="457200" indent="-457200" algn="l" rtl="0" eaLnBrk="1" fontAlgn="t" latinLnBrk="0" hangingPunct="1">
              <a:lnSpc>
                <a:spcPct val="150000"/>
              </a:lnSpc>
              <a:spcBef>
                <a:spcPts val="0"/>
              </a:spcBef>
              <a:spcAft>
                <a:spcPts val="800"/>
              </a:spcAft>
              <a:buFont typeface="Arial" panose="020B0604020202020204" pitchFamily="34" charset="0"/>
              <a:buChar char="•"/>
            </a:pPr>
            <a:r>
              <a:rPr lang="en-US" sz="3200" b="0" i="0" u="none" strike="noStrike" dirty="0">
                <a:solidFill>
                  <a:srgbClr val="000000"/>
                </a:solidFill>
                <a:effectLst/>
                <a:latin typeface="Calibri" panose="020F0502020204030204" pitchFamily="34" charset="0"/>
                <a:ea typeface="Times New Roman" panose="02020603050405020304" pitchFamily="18" charset="0"/>
                <a:cs typeface="Gautami" panose="020B0502040204020203" pitchFamily="34" charset="0"/>
              </a:rPr>
              <a:t>Literature survey</a:t>
            </a:r>
            <a:endParaRPr lang="en-IN" sz="3200" b="0" i="0" u="none" strike="noStrike" dirty="0">
              <a:effectLst/>
              <a:latin typeface="Arial" panose="020B0604020202020204" pitchFamily="34" charset="0"/>
            </a:endParaRPr>
          </a:p>
          <a:p>
            <a:pPr marL="457200" indent="-457200" algn="l" rtl="0" eaLnBrk="1" fontAlgn="t" latinLnBrk="0" hangingPunct="1">
              <a:lnSpc>
                <a:spcPct val="107000"/>
              </a:lnSpc>
              <a:spcBef>
                <a:spcPts val="0"/>
              </a:spcBef>
              <a:spcAft>
                <a:spcPts val="800"/>
              </a:spcAft>
              <a:buFont typeface="Arial" panose="020B0604020202020204" pitchFamily="34" charset="0"/>
              <a:buChar char="•"/>
            </a:pPr>
            <a:r>
              <a:rPr lang="en-US" sz="3200" b="0" i="0" u="none" strike="noStrike" dirty="0">
                <a:solidFill>
                  <a:srgbClr val="000000"/>
                </a:solidFill>
                <a:effectLst/>
                <a:latin typeface="Calibri" panose="020F0502020204030204" pitchFamily="34" charset="0"/>
                <a:ea typeface="Times New Roman" panose="02020603050405020304" pitchFamily="18" charset="0"/>
                <a:cs typeface="Gautami" panose="020B0502040204020203" pitchFamily="34" charset="0"/>
              </a:rPr>
              <a:t>Problem Statement and Objectives</a:t>
            </a:r>
            <a:endParaRPr lang="en-IN" sz="3200" b="0" i="0" u="none" strike="noStrike" dirty="0">
              <a:effectLst/>
              <a:latin typeface="Arial" panose="020B0604020202020204" pitchFamily="34" charset="0"/>
            </a:endParaRPr>
          </a:p>
          <a:p>
            <a:pPr marL="457200" indent="-457200" algn="l" rtl="0" eaLnBrk="1" fontAlgn="t" latinLnBrk="0" hangingPunct="1">
              <a:lnSpc>
                <a:spcPct val="107000"/>
              </a:lnSpc>
              <a:spcBef>
                <a:spcPts val="0"/>
              </a:spcBef>
              <a:spcAft>
                <a:spcPts val="800"/>
              </a:spcAft>
              <a:buFont typeface="Arial" panose="020B0604020202020204" pitchFamily="34" charset="0"/>
              <a:buChar char="•"/>
            </a:pPr>
            <a:r>
              <a:rPr lang="en-US" sz="3200" b="0" i="0" u="none" strike="noStrike" dirty="0">
                <a:solidFill>
                  <a:srgbClr val="000000"/>
                </a:solidFill>
                <a:effectLst/>
                <a:latin typeface="Calibri" panose="020F0502020204030204" pitchFamily="34" charset="0"/>
                <a:ea typeface="Times New Roman" panose="02020603050405020304" pitchFamily="18" charset="0"/>
                <a:cs typeface="Gautami" panose="020B0502040204020203" pitchFamily="34" charset="0"/>
              </a:rPr>
              <a:t>Hardware and Software requirements</a:t>
            </a:r>
            <a:endParaRPr lang="en-IN" sz="3200" b="0" i="0" u="none" strike="noStrike" dirty="0">
              <a:effectLst/>
              <a:latin typeface="Arial" panose="020B0604020202020204" pitchFamily="34" charset="0"/>
            </a:endParaRPr>
          </a:p>
          <a:p>
            <a:pPr marL="457200" indent="-457200" algn="l" rtl="0" eaLnBrk="1" fontAlgn="t" latinLnBrk="0" hangingPunct="1">
              <a:lnSpc>
                <a:spcPct val="107000"/>
              </a:lnSpc>
              <a:spcBef>
                <a:spcPts val="0"/>
              </a:spcBef>
              <a:spcAft>
                <a:spcPts val="800"/>
              </a:spcAft>
              <a:buFont typeface="Arial" panose="020B0604020202020204" pitchFamily="34" charset="0"/>
              <a:buChar char="•"/>
            </a:pPr>
            <a:r>
              <a:rPr lang="en-US" sz="3200" b="0" i="0" u="none" strike="noStrike" dirty="0">
                <a:solidFill>
                  <a:srgbClr val="000000"/>
                </a:solidFill>
                <a:effectLst/>
                <a:latin typeface="Calibri" panose="020F0502020204030204" pitchFamily="34" charset="0"/>
                <a:ea typeface="Times New Roman" panose="02020603050405020304" pitchFamily="18" charset="0"/>
                <a:cs typeface="Gautami" panose="020B0502040204020203" pitchFamily="34" charset="0"/>
              </a:rPr>
              <a:t>Results</a:t>
            </a:r>
            <a:endParaRPr lang="en-IN" sz="3200" b="0" i="0" u="none" strike="noStrike" dirty="0">
              <a:effectLst/>
              <a:latin typeface="Arial" panose="020B0604020202020204" pitchFamily="34" charset="0"/>
            </a:endParaRPr>
          </a:p>
          <a:p>
            <a:pPr marL="457200" indent="-457200" algn="l" rtl="0" eaLnBrk="1" fontAlgn="t" latinLnBrk="0" hangingPunct="1">
              <a:lnSpc>
                <a:spcPct val="107000"/>
              </a:lnSpc>
              <a:spcBef>
                <a:spcPts val="0"/>
              </a:spcBef>
              <a:spcAft>
                <a:spcPts val="800"/>
              </a:spcAft>
              <a:buFont typeface="Arial" panose="020B0604020202020204" pitchFamily="34" charset="0"/>
              <a:buChar char="•"/>
            </a:pPr>
            <a:r>
              <a:rPr lang="en-US" sz="3200" b="0" i="0" u="none" strike="noStrike" dirty="0">
                <a:solidFill>
                  <a:srgbClr val="000000"/>
                </a:solidFill>
                <a:effectLst/>
                <a:latin typeface="Calibri" panose="020F0502020204030204" pitchFamily="34" charset="0"/>
                <a:ea typeface="Times New Roman" panose="02020603050405020304" pitchFamily="18" charset="0"/>
                <a:cs typeface="Gautami" panose="020B0502040204020203" pitchFamily="34" charset="0"/>
              </a:rPr>
              <a:t>Conclusion </a:t>
            </a:r>
          </a:p>
          <a:p>
            <a:pPr marL="457200" indent="-457200" algn="l" rtl="0" eaLnBrk="1" fontAlgn="t" latinLnBrk="0" hangingPunct="1">
              <a:lnSpc>
                <a:spcPct val="107000"/>
              </a:lnSpc>
              <a:spcBef>
                <a:spcPts val="0"/>
              </a:spcBef>
              <a:spcAft>
                <a:spcPts val="800"/>
              </a:spcAft>
              <a:buFont typeface="Arial" panose="020B0604020202020204" pitchFamily="34" charset="0"/>
              <a:buChar char="•"/>
            </a:pPr>
            <a:r>
              <a:rPr lang="en-US" sz="3200" b="0" i="0" u="none" strike="noStrike" dirty="0">
                <a:solidFill>
                  <a:srgbClr val="000000"/>
                </a:solidFill>
                <a:effectLst/>
                <a:latin typeface="Calibri" panose="020F0502020204030204" pitchFamily="34" charset="0"/>
                <a:ea typeface="Times New Roman" panose="02020603050405020304" pitchFamily="18" charset="0"/>
                <a:cs typeface="Gautami" panose="020B0502040204020203" pitchFamily="34" charset="0"/>
              </a:rPr>
              <a:t>Future Scope </a:t>
            </a:r>
            <a:endParaRPr lang="en-IN" sz="3200" b="0" i="0" u="none" strike="noStrike" dirty="0">
              <a:effectLst/>
              <a:latin typeface="Arial" panose="020B0604020202020204" pitchFamily="34" charset="0"/>
            </a:endParaRPr>
          </a:p>
          <a:p>
            <a:endParaRPr lang="en-IN" dirty="0"/>
          </a:p>
        </p:txBody>
      </p:sp>
      <p:sp>
        <p:nvSpPr>
          <p:cNvPr id="8" name="Rectangle: Rounded Corners 7">
            <a:extLst>
              <a:ext uri="{FF2B5EF4-FFF2-40B4-BE49-F238E27FC236}">
                <a16:creationId xmlns:a16="http://schemas.microsoft.com/office/drawing/2014/main" id="{3EAC2F32-24D5-FDE9-EB0F-31C7733C95E6}"/>
              </a:ext>
            </a:extLst>
          </p:cNvPr>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CCA499C0-FC38-6642-1E16-B8CFFC9C9314}"/>
              </a:ext>
            </a:extLst>
          </p:cNvPr>
          <p:cNvSpPr txBox="1"/>
          <p:nvPr/>
        </p:nvSpPr>
        <p:spPr>
          <a:xfrm>
            <a:off x="2660072" y="221673"/>
            <a:ext cx="6871855" cy="584775"/>
          </a:xfrm>
          <a:prstGeom prst="rect">
            <a:avLst/>
          </a:prstGeom>
          <a:noFill/>
        </p:spPr>
        <p:txBody>
          <a:bodyPr wrap="square" rtlCol="0">
            <a:spAutoFit/>
          </a:bodyPr>
          <a:lstStyle/>
          <a:p>
            <a:pPr algn="ctr"/>
            <a:r>
              <a:rPr lang="en-US" sz="3200" b="1" dirty="0">
                <a:solidFill>
                  <a:schemeClr val="bg1"/>
                </a:solidFill>
              </a:rPr>
              <a:t>Contents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Rounded Corners 2"/>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p:cNvSpPr txBox="1"/>
          <p:nvPr/>
        </p:nvSpPr>
        <p:spPr>
          <a:xfrm>
            <a:off x="2660072" y="221673"/>
            <a:ext cx="6871855" cy="584775"/>
          </a:xfrm>
          <a:prstGeom prst="rect">
            <a:avLst/>
          </a:prstGeom>
          <a:noFill/>
        </p:spPr>
        <p:txBody>
          <a:bodyPr wrap="square" rtlCol="0">
            <a:spAutoFit/>
          </a:bodyPr>
          <a:lstStyle/>
          <a:p>
            <a:pPr algn="ctr"/>
            <a:r>
              <a:rPr lang="en-US" sz="3200" b="1" dirty="0">
                <a:solidFill>
                  <a:schemeClr val="bg1"/>
                </a:solidFill>
              </a:rPr>
              <a:t>Abstract</a:t>
            </a:r>
          </a:p>
        </p:txBody>
      </p:sp>
      <p:sp>
        <p:nvSpPr>
          <p:cNvPr id="6" name="Rectangle 1">
            <a:extLst>
              <a:ext uri="{FF2B5EF4-FFF2-40B4-BE49-F238E27FC236}">
                <a16:creationId xmlns:a16="http://schemas.microsoft.com/office/drawing/2014/main" id="{A7F4CB1D-70ED-D6F4-6F50-A4728BA11D4E}"/>
              </a:ext>
            </a:extLst>
          </p:cNvPr>
          <p:cNvSpPr>
            <a:spLocks noChangeArrowheads="1"/>
          </p:cNvSpPr>
          <p:nvPr/>
        </p:nvSpPr>
        <p:spPr bwMode="auto">
          <a:xfrm rot="10800000" flipV="1">
            <a:off x="5092147" y="292244"/>
            <a:ext cx="6871854" cy="62735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Laboratory allocation is a scheduling problem involving </a:t>
            </a:r>
            <a:r>
              <a:rPr kumimoji="0" lang="en-US" altLang="en-US" sz="1800" b="1" i="0" u="none" strike="noStrike" cap="none" normalizeH="0" baseline="0" dirty="0">
                <a:ln>
                  <a:noFill/>
                </a:ln>
                <a:solidFill>
                  <a:schemeClr val="tx1"/>
                </a:solidFill>
                <a:effectLst/>
                <a:latin typeface="Arial" panose="020B0604020202020204" pitchFamily="34" charset="0"/>
              </a:rPr>
              <a:t>student </a:t>
            </a:r>
            <a:endParaRPr lang="en-US" altLang="en-US" b="1" dirty="0">
              <a:latin typeface="Arial" panose="020B0604020202020204" pitchFamily="34" charset="0"/>
            </a:endParaRPr>
          </a:p>
          <a:p>
            <a:pPr marL="0" marR="0" lvl="0" indent="0" algn="l" defTabSz="914400" rtl="0" eaLnBrk="0" fontAlgn="base" latinLnBrk="0" hangingPunct="0">
              <a:lnSpc>
                <a:spcPct val="150000"/>
              </a:lnSpc>
              <a:spcBef>
                <a:spcPct val="0"/>
              </a:spcBef>
              <a:spcAft>
                <a:spcPct val="0"/>
              </a:spcAft>
              <a:buClrTx/>
              <a:buSzTx/>
              <a:tabLst/>
            </a:pPr>
            <a:r>
              <a:rPr kumimoji="0" lang="en-US" altLang="en-US" sz="1800" b="1" i="0" u="none" strike="noStrike" cap="none" normalizeH="0" baseline="0" dirty="0">
                <a:ln>
                  <a:noFill/>
                </a:ln>
                <a:solidFill>
                  <a:schemeClr val="tx1"/>
                </a:solidFill>
                <a:effectLst/>
                <a:latin typeface="Arial" panose="020B0604020202020204" pitchFamily="34" charset="0"/>
              </a:rPr>
              <a:t> preferences and limited laboratory capacity</a:t>
            </a:r>
            <a:r>
              <a:rPr kumimoji="0" lang="en-US" altLang="en-US" sz="1800" b="0" i="0" u="none" strike="noStrike" cap="none" normalizeH="0" baseline="0" dirty="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Manual or naïve allocation can result in </a:t>
            </a:r>
            <a:r>
              <a:rPr kumimoji="0" lang="en-US" altLang="en-US" sz="1800" b="1" i="0" u="none" strike="noStrike" cap="none" normalizeH="0" baseline="0" dirty="0">
                <a:ln>
                  <a:noFill/>
                </a:ln>
                <a:solidFill>
                  <a:schemeClr val="tx1"/>
                </a:solidFill>
                <a:effectLst/>
                <a:latin typeface="Arial" panose="020B0604020202020204" pitchFamily="34" charset="0"/>
              </a:rPr>
              <a:t>inefficient assignments,</a:t>
            </a:r>
          </a:p>
          <a:p>
            <a:pPr marL="0" marR="0" lvl="0" indent="0" algn="l" defTabSz="914400" rtl="0" eaLnBrk="0" fontAlgn="base" latinLnBrk="0" hangingPunct="0">
              <a:lnSpc>
                <a:spcPct val="150000"/>
              </a:lnSpc>
              <a:spcBef>
                <a:spcPct val="0"/>
              </a:spcBef>
              <a:spcAft>
                <a:spcPct val="0"/>
              </a:spcAft>
              <a:buClrTx/>
              <a:buSzTx/>
              <a:tabLst/>
            </a:pPr>
            <a:r>
              <a:rPr lang="en-US" altLang="en-US" b="1" dirty="0">
                <a:latin typeface="Arial" panose="020B0604020202020204" pitchFamily="34" charset="0"/>
              </a:rPr>
              <a:t> </a:t>
            </a:r>
            <a:r>
              <a:rPr kumimoji="0" lang="en-US" altLang="en-US" sz="1800" b="1" i="0" u="none" strike="noStrike" cap="none" normalizeH="0" baseline="0" dirty="0">
                <a:ln>
                  <a:noFill/>
                </a:ln>
                <a:solidFill>
                  <a:schemeClr val="tx1"/>
                </a:solidFill>
                <a:effectLst/>
                <a:latin typeface="Arial" panose="020B0604020202020204" pitchFamily="34" charset="0"/>
              </a:rPr>
              <a:t>student dissatisfaction, and resource underutilization</a:t>
            </a:r>
            <a:r>
              <a:rPr kumimoji="0" lang="en-US" altLang="en-US" sz="1800" b="0" i="0" u="none" strike="noStrike" cap="none" normalizeH="0" baseline="0" dirty="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The system represents </a:t>
            </a:r>
            <a:r>
              <a:rPr kumimoji="0" lang="en-US" altLang="en-US" sz="1800" b="1" i="0" u="none" strike="noStrike" cap="none" normalizeH="0" baseline="0" dirty="0">
                <a:ln>
                  <a:noFill/>
                </a:ln>
                <a:solidFill>
                  <a:schemeClr val="tx1"/>
                </a:solidFill>
                <a:effectLst/>
                <a:latin typeface="Arial" panose="020B0604020202020204" pitchFamily="34" charset="0"/>
              </a:rPr>
              <a:t>students and laboratories/lab seats as</a:t>
            </a:r>
          </a:p>
          <a:p>
            <a:pPr marL="0" marR="0" lvl="0" indent="0" algn="l" defTabSz="914400" rtl="0" eaLnBrk="0" fontAlgn="base" latinLnBrk="0" hangingPunct="0">
              <a:lnSpc>
                <a:spcPct val="150000"/>
              </a:lnSpc>
              <a:spcBef>
                <a:spcPct val="0"/>
              </a:spcBef>
              <a:spcAft>
                <a:spcPct val="0"/>
              </a:spcAft>
              <a:buClrTx/>
              <a:buSzTx/>
              <a:tabLst/>
            </a:pPr>
            <a:r>
              <a:rPr kumimoji="0" lang="en-US" altLang="en-US" sz="1800" b="1" i="0" u="none" strike="noStrike" cap="none" normalizeH="0" baseline="0" dirty="0">
                <a:ln>
                  <a:noFill/>
                </a:ln>
                <a:solidFill>
                  <a:schemeClr val="tx1"/>
                </a:solidFill>
                <a:effectLst/>
                <a:latin typeface="Arial" panose="020B0604020202020204" pitchFamily="34" charset="0"/>
              </a:rPr>
              <a:t> two sets of vertices</a:t>
            </a:r>
            <a:r>
              <a:rPr kumimoji="0" lang="en-US" altLang="en-US" sz="1800" b="0" i="0" u="none" strike="noStrike" cap="none" normalizeH="0" baseline="0" dirty="0">
                <a:ln>
                  <a:noFill/>
                </a:ln>
                <a:solidFill>
                  <a:schemeClr val="tx1"/>
                </a:solidFill>
                <a:effectLst/>
                <a:latin typeface="Arial" panose="020B0604020202020204" pitchFamily="34" charset="0"/>
              </a:rPr>
              <a:t> in a bipartite graph. </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Edges represent possible </a:t>
            </a:r>
            <a:r>
              <a:rPr kumimoji="0" lang="en-US" altLang="en-US" sz="1800" b="1" i="0" u="none" strike="noStrike" cap="none" normalizeH="0" baseline="0" dirty="0">
                <a:ln>
                  <a:noFill/>
                </a:ln>
                <a:solidFill>
                  <a:schemeClr val="tx1"/>
                </a:solidFill>
                <a:effectLst/>
                <a:latin typeface="Arial" panose="020B0604020202020204" pitchFamily="34" charset="0"/>
              </a:rPr>
              <a:t>student–lab assignments or preferences</a:t>
            </a:r>
            <a:r>
              <a:rPr kumimoji="0" lang="en-US" altLang="en-US" sz="1800" b="0" i="0" u="none" strike="noStrike" cap="none" normalizeH="0" baseline="0" dirty="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Laboratory capacity is considered during the allocation process. </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A separate seating optimization stage arranges students in suitable physical positions. </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The system provides </a:t>
            </a:r>
            <a:r>
              <a:rPr kumimoji="0" lang="en-US" altLang="en-US" sz="1800" b="1" i="0" u="none" strike="noStrike" cap="none" normalizeH="0" baseline="0" dirty="0">
                <a:ln>
                  <a:noFill/>
                </a:ln>
                <a:solidFill>
                  <a:schemeClr val="tx1"/>
                </a:solidFill>
                <a:effectLst/>
                <a:latin typeface="Arial" panose="020B0604020202020204" pitchFamily="34" charset="0"/>
              </a:rPr>
              <a:t>allocation reports, statistics, and visualization</a:t>
            </a:r>
            <a:r>
              <a:rPr kumimoji="0" lang="en-US" altLang="en-US" sz="1800" b="0" i="0" u="none" strike="noStrike" cap="none" normalizeH="0" baseline="0" dirty="0">
                <a:ln>
                  <a:noFill/>
                </a:ln>
                <a:solidFill>
                  <a:schemeClr val="tx1"/>
                </a:solidFill>
                <a:effectLst/>
                <a:latin typeface="Arial" panose="020B0604020202020204" pitchFamily="34" charset="0"/>
              </a:rPr>
              <a:t> of the matching and seating arrangement. </a:t>
            </a:r>
          </a:p>
        </p:txBody>
      </p:sp>
      <p:pic>
        <p:nvPicPr>
          <p:cNvPr id="8" name="Picture 7">
            <a:extLst>
              <a:ext uri="{FF2B5EF4-FFF2-40B4-BE49-F238E27FC236}">
                <a16:creationId xmlns:a16="http://schemas.microsoft.com/office/drawing/2014/main" id="{B3D70AD3-2C31-9B81-8195-1A71F0F28682}"/>
              </a:ext>
            </a:extLst>
          </p:cNvPr>
          <p:cNvPicPr>
            <a:picLocks noChangeAspect="1"/>
          </p:cNvPicPr>
          <p:nvPr/>
        </p:nvPicPr>
        <p:blipFill>
          <a:blip r:embed="rId2"/>
          <a:stretch>
            <a:fillRect/>
          </a:stretch>
        </p:blipFill>
        <p:spPr>
          <a:xfrm>
            <a:off x="71681" y="1183985"/>
            <a:ext cx="4892464" cy="3932261"/>
          </a:xfrm>
          <a:prstGeom prst="rect">
            <a:avLst/>
          </a:prstGeom>
        </p:spPr>
      </p:pic>
    </p:spTree>
    <p:extLst>
      <p:ext uri="{BB962C8B-B14F-4D97-AF65-F5344CB8AC3E}">
        <p14:creationId xmlns:p14="http://schemas.microsoft.com/office/powerpoint/2010/main" val="167242259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2660072" y="193965"/>
            <a:ext cx="6871855" cy="584775"/>
          </a:xfrm>
          <a:prstGeom prst="rect">
            <a:avLst/>
          </a:prstGeom>
          <a:noFill/>
        </p:spPr>
        <p:txBody>
          <a:bodyPr wrap="square" rtlCol="0">
            <a:spAutoFit/>
          </a:bodyPr>
          <a:lstStyle/>
          <a:p>
            <a:pPr algn="ctr"/>
            <a:r>
              <a:rPr lang="en-US" sz="3200" b="1" dirty="0">
                <a:solidFill>
                  <a:schemeClr val="bg1"/>
                </a:solidFill>
              </a:rPr>
              <a:t>Introduction</a:t>
            </a:r>
          </a:p>
        </p:txBody>
      </p:sp>
      <p:sp>
        <p:nvSpPr>
          <p:cNvPr id="4" name="Rectangle 1">
            <a:extLst>
              <a:ext uri="{FF2B5EF4-FFF2-40B4-BE49-F238E27FC236}">
                <a16:creationId xmlns:a16="http://schemas.microsoft.com/office/drawing/2014/main" id="{B69144E5-D8F8-8684-D7C0-B786261BFFBD}"/>
              </a:ext>
            </a:extLst>
          </p:cNvPr>
          <p:cNvSpPr>
            <a:spLocks noChangeArrowheads="1"/>
          </p:cNvSpPr>
          <p:nvPr/>
        </p:nvSpPr>
        <p:spPr bwMode="auto">
          <a:xfrm rot="10800000" flipV="1">
            <a:off x="2842589" y="1166842"/>
            <a:ext cx="9094306" cy="45243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Laboratory allocation involves assigning students to available laboratory sessions while considering </a:t>
            </a:r>
            <a:r>
              <a:rPr kumimoji="0" lang="en-US" altLang="en-US" sz="1800" b="1" i="0" u="none" strike="noStrike" cap="none" normalizeH="0" baseline="0" dirty="0">
                <a:ln>
                  <a:noFill/>
                </a:ln>
                <a:solidFill>
                  <a:schemeClr val="tx1"/>
                </a:solidFill>
                <a:effectLst/>
                <a:latin typeface="Arial" panose="020B0604020202020204" pitchFamily="34" charset="0"/>
              </a:rPr>
              <a:t>preferences and capacity constraints</a:t>
            </a:r>
            <a:r>
              <a:rPr kumimoji="0" lang="en-US" altLang="en-US" sz="1800" b="0" i="0" u="none" strike="noStrike" cap="none" normalizeH="0" baseline="0" dirty="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Manual allocation becomes difficult when the number of students and available laboratory seats increases.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The proposed system uses a </a:t>
            </a:r>
            <a:r>
              <a:rPr kumimoji="0" lang="en-US" altLang="en-US" sz="1800" b="1" i="0" u="none" strike="noStrike" cap="none" normalizeH="0" baseline="0" dirty="0">
                <a:ln>
                  <a:noFill/>
                </a:ln>
                <a:solidFill>
                  <a:schemeClr val="tx1"/>
                </a:solidFill>
                <a:effectLst/>
                <a:latin typeface="Arial" panose="020B0604020202020204" pitchFamily="34" charset="0"/>
              </a:rPr>
              <a:t>bipartite graph</a:t>
            </a:r>
            <a:r>
              <a:rPr kumimoji="0" lang="en-US" altLang="en-US" sz="1800" b="0" i="0" u="none" strike="noStrike" cap="none" normalizeH="0" baseline="0" dirty="0">
                <a:ln>
                  <a:noFill/>
                </a:ln>
                <a:solidFill>
                  <a:schemeClr val="tx1"/>
                </a:solidFill>
                <a:effectLst/>
                <a:latin typeface="Arial" panose="020B0604020202020204" pitchFamily="34" charset="0"/>
              </a:rPr>
              <a:t> to represent the relationship between students and laboratory seats.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Students form one set of vertices, while available laboratory seats form the other set.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An edge represents a possible assignment between a student and a laboratory seat.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The </a:t>
            </a:r>
            <a:r>
              <a:rPr kumimoji="0" lang="en-US" altLang="en-US" sz="1800" b="1" i="0" u="none" strike="noStrike" cap="none" normalizeH="0" baseline="0" dirty="0">
                <a:ln>
                  <a:noFill/>
                </a:ln>
                <a:solidFill>
                  <a:schemeClr val="tx1"/>
                </a:solidFill>
                <a:effectLst/>
                <a:latin typeface="Arial" panose="020B0604020202020204" pitchFamily="34" charset="0"/>
              </a:rPr>
              <a:t>Hopcroft–Karp algorithm</a:t>
            </a:r>
            <a:r>
              <a:rPr kumimoji="0" lang="en-US" altLang="en-US" sz="1800" b="0" i="0" u="none" strike="noStrike" cap="none" normalizeH="0" baseline="0" dirty="0">
                <a:ln>
                  <a:noFill/>
                </a:ln>
                <a:solidFill>
                  <a:schemeClr val="tx1"/>
                </a:solidFill>
                <a:effectLst/>
                <a:latin typeface="Arial" panose="020B0604020202020204" pitchFamily="34" charset="0"/>
              </a:rPr>
              <a:t> is applied to find the maximum matching.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The system aims to maximize the number of students successfully allocated without assigning the same seat to multiple students.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After lab allocation, </a:t>
            </a:r>
            <a:r>
              <a:rPr kumimoji="0" lang="en-US" altLang="en-US" sz="1800" b="1" i="0" u="none" strike="noStrike" cap="none" normalizeH="0" baseline="0" dirty="0">
                <a:ln>
                  <a:noFill/>
                </a:ln>
                <a:solidFill>
                  <a:schemeClr val="tx1"/>
                </a:solidFill>
                <a:effectLst/>
                <a:latin typeface="Arial" panose="020B0604020202020204" pitchFamily="34" charset="0"/>
              </a:rPr>
              <a:t>seating optimization</a:t>
            </a:r>
            <a:r>
              <a:rPr kumimoji="0" lang="en-US" altLang="en-US" sz="1800" b="0" i="0" u="none" strike="noStrike" cap="none" normalizeH="0" baseline="0" dirty="0">
                <a:ln>
                  <a:noFill/>
                </a:ln>
                <a:solidFill>
                  <a:schemeClr val="tx1"/>
                </a:solidFill>
                <a:effectLst/>
                <a:latin typeface="Arial" panose="020B0604020202020204" pitchFamily="34" charset="0"/>
              </a:rPr>
              <a:t> distributes students across physical seats while attempting to maintain spacing and branch distribution.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The final system provides </a:t>
            </a:r>
            <a:r>
              <a:rPr kumimoji="0" lang="en-US" altLang="en-US" sz="1800" b="1" i="0" u="none" strike="noStrike" cap="none" normalizeH="0" baseline="0" dirty="0">
                <a:ln>
                  <a:noFill/>
                </a:ln>
                <a:solidFill>
                  <a:schemeClr val="tx1"/>
                </a:solidFill>
                <a:effectLst/>
                <a:latin typeface="Arial" panose="020B0604020202020204" pitchFamily="34" charset="0"/>
              </a:rPr>
              <a:t>allocation information, seating visualization, statistics, and reports</a:t>
            </a:r>
            <a:r>
              <a:rPr kumimoji="0" lang="en-US" altLang="en-US" sz="1800" b="0" i="0" u="none" strike="noStrike" cap="none" normalizeH="0" baseline="0" dirty="0">
                <a:ln>
                  <a:noFill/>
                </a:ln>
                <a:solidFill>
                  <a:schemeClr val="tx1"/>
                </a:solidFill>
                <a:effectLst/>
                <a:latin typeface="Arial" panose="020B0604020202020204" pitchFamily="34" charset="0"/>
              </a:rPr>
              <a:t>. </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Rounded Corners 2"/>
          <p:cNvSpPr/>
          <p:nvPr/>
        </p:nvSpPr>
        <p:spPr>
          <a:xfrm>
            <a:off x="2660072" y="221673"/>
            <a:ext cx="6723625" cy="65579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p:cNvSpPr txBox="1"/>
          <p:nvPr/>
        </p:nvSpPr>
        <p:spPr>
          <a:xfrm>
            <a:off x="2660072" y="292694"/>
            <a:ext cx="6871855" cy="584775"/>
          </a:xfrm>
          <a:prstGeom prst="rect">
            <a:avLst/>
          </a:prstGeom>
          <a:noFill/>
        </p:spPr>
        <p:txBody>
          <a:bodyPr wrap="square" rtlCol="0">
            <a:spAutoFit/>
          </a:bodyPr>
          <a:lstStyle/>
          <a:p>
            <a:pPr algn="ctr"/>
            <a:r>
              <a:rPr lang="en-US" sz="3200" b="1" dirty="0">
                <a:solidFill>
                  <a:schemeClr val="bg1"/>
                </a:solidFill>
              </a:rPr>
              <a:t>Problem Statement and Objectives</a:t>
            </a:r>
          </a:p>
        </p:txBody>
      </p:sp>
      <p:sp>
        <p:nvSpPr>
          <p:cNvPr id="5" name="TextBox 4">
            <a:extLst>
              <a:ext uri="{FF2B5EF4-FFF2-40B4-BE49-F238E27FC236}">
                <a16:creationId xmlns:a16="http://schemas.microsoft.com/office/drawing/2014/main" id="{8EE7B7B6-A6C7-10AF-EA27-0557275F5BCB}"/>
              </a:ext>
            </a:extLst>
          </p:cNvPr>
          <p:cNvSpPr txBox="1"/>
          <p:nvPr/>
        </p:nvSpPr>
        <p:spPr>
          <a:xfrm>
            <a:off x="496956" y="2943008"/>
            <a:ext cx="4174435" cy="3693319"/>
          </a:xfrm>
          <a:prstGeom prst="rect">
            <a:avLst/>
          </a:prstGeom>
          <a:noFill/>
        </p:spPr>
        <p:txBody>
          <a:bodyPr wrap="square">
            <a:spAutoFit/>
          </a:bodyPr>
          <a:lstStyle/>
          <a:p>
            <a:pPr algn="just">
              <a:buNone/>
            </a:pPr>
            <a:r>
              <a:rPr lang="en-US" dirty="0"/>
              <a:t>Assigning students to laboratory sessions while considering their preferences and laboratory capacity is a challenging scheduling problem. Manual or naïve allocation may lead to inefficient assignments, student dissatisfaction, and underutilization of laboratory resources. Therefore, an automated system is required to maximize successful student–lab assignments while respecting laboratory capacity and allocation constraints. </a:t>
            </a:r>
          </a:p>
          <a:p>
            <a:pPr algn="just">
              <a:buNone/>
            </a:pPr>
            <a:endParaRPr lang="en-US" dirty="0"/>
          </a:p>
        </p:txBody>
      </p:sp>
      <p:sp>
        <p:nvSpPr>
          <p:cNvPr id="6" name="AutoShape 2" descr="Busy College Computer Lab">
            <a:extLst>
              <a:ext uri="{FF2B5EF4-FFF2-40B4-BE49-F238E27FC236}">
                <a16:creationId xmlns:a16="http://schemas.microsoft.com/office/drawing/2014/main" id="{5BAA12F4-BE4A-2A20-A801-154A8506DC71}"/>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7" name="AutoShape 4" descr="Busy College Computer Lab">
            <a:extLst>
              <a:ext uri="{FF2B5EF4-FFF2-40B4-BE49-F238E27FC236}">
                <a16:creationId xmlns:a16="http://schemas.microsoft.com/office/drawing/2014/main" id="{8AFF9639-E28E-E42F-B3C6-DD1C7A21B574}"/>
              </a:ext>
            </a:extLst>
          </p:cNvPr>
          <p:cNvSpPr>
            <a:spLocks noChangeAspect="1" noChangeArrowheads="1"/>
          </p:cNvSpPr>
          <p:nvPr/>
        </p:nvSpPr>
        <p:spPr bwMode="auto">
          <a:xfrm>
            <a:off x="6096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9" name="TextBox 8">
            <a:extLst>
              <a:ext uri="{FF2B5EF4-FFF2-40B4-BE49-F238E27FC236}">
                <a16:creationId xmlns:a16="http://schemas.microsoft.com/office/drawing/2014/main" id="{C2A1189B-336B-FD12-B0D3-BDB94473A9A2}"/>
              </a:ext>
            </a:extLst>
          </p:cNvPr>
          <p:cNvSpPr txBox="1"/>
          <p:nvPr/>
        </p:nvSpPr>
        <p:spPr>
          <a:xfrm>
            <a:off x="5597388" y="1391552"/>
            <a:ext cx="6097656" cy="2862322"/>
          </a:xfrm>
          <a:prstGeom prst="rect">
            <a:avLst/>
          </a:prstGeom>
          <a:noFill/>
        </p:spPr>
        <p:txBody>
          <a:bodyPr wrap="square">
            <a:spAutoFit/>
          </a:bodyPr>
          <a:lstStyle/>
          <a:p>
            <a:pPr algn="just">
              <a:buNone/>
            </a:pPr>
            <a:r>
              <a:rPr lang="en-US" b="1" dirty="0"/>
              <a:t>Objectives:</a:t>
            </a:r>
            <a:endParaRPr lang="en-US" dirty="0"/>
          </a:p>
          <a:p>
            <a:pPr algn="just">
              <a:buFont typeface="Arial" panose="020B0604020202020204" pitchFamily="34" charset="0"/>
              <a:buChar char="•"/>
            </a:pPr>
            <a:r>
              <a:rPr lang="en-US" dirty="0"/>
              <a:t> Automate student-to-laboratory allocation. </a:t>
            </a:r>
          </a:p>
          <a:p>
            <a:pPr algn="just">
              <a:buFont typeface="Arial" panose="020B0604020202020204" pitchFamily="34" charset="0"/>
              <a:buChar char="•"/>
            </a:pPr>
            <a:r>
              <a:rPr lang="en-US" dirty="0"/>
              <a:t> Represent student–lab preferences using a bipartite graph. </a:t>
            </a:r>
          </a:p>
          <a:p>
            <a:pPr algn="just">
              <a:buFont typeface="Arial" panose="020B0604020202020204" pitchFamily="34" charset="0"/>
              <a:buChar char="•"/>
            </a:pPr>
            <a:r>
              <a:rPr lang="en-US" dirty="0"/>
              <a:t> Apply Maximum Bipartite Matching using Hopcroft–Karp. </a:t>
            </a:r>
          </a:p>
          <a:p>
            <a:pPr algn="just">
              <a:buFont typeface="Arial" panose="020B0604020202020204" pitchFamily="34" charset="0"/>
              <a:buChar char="•"/>
            </a:pPr>
            <a:r>
              <a:rPr lang="en-US" dirty="0"/>
              <a:t> Maximize the number of successful allocations. </a:t>
            </a:r>
          </a:p>
          <a:p>
            <a:pPr algn="just">
              <a:buFont typeface="Arial" panose="020B0604020202020204" pitchFamily="34" charset="0"/>
              <a:buChar char="•"/>
            </a:pPr>
            <a:r>
              <a:rPr lang="en-US" dirty="0"/>
              <a:t> Ensure that each student receives at most one allocation. </a:t>
            </a:r>
          </a:p>
          <a:p>
            <a:pPr algn="just">
              <a:buFont typeface="Arial" panose="020B0604020202020204" pitchFamily="34" charset="0"/>
              <a:buChar char="•"/>
            </a:pPr>
            <a:r>
              <a:rPr lang="en-US" dirty="0"/>
              <a:t> Respect laboratory capacity constraints. </a:t>
            </a:r>
          </a:p>
          <a:p>
            <a:pPr algn="just">
              <a:buFont typeface="Arial" panose="020B0604020202020204" pitchFamily="34" charset="0"/>
              <a:buChar char="•"/>
            </a:pPr>
            <a:r>
              <a:rPr lang="en-US" dirty="0"/>
              <a:t> Provide allocation reports and statistics. </a:t>
            </a:r>
          </a:p>
          <a:p>
            <a:pPr algn="just">
              <a:buFont typeface="Arial" panose="020B0604020202020204" pitchFamily="34" charset="0"/>
              <a:buChar char="•"/>
            </a:pPr>
            <a:r>
              <a:rPr lang="en-US" dirty="0"/>
              <a:t> Visualize students, laboratories, and matched edges. </a:t>
            </a:r>
          </a:p>
          <a:p>
            <a:pPr algn="just">
              <a:buFont typeface="Arial" panose="020B0604020202020204" pitchFamily="34" charset="0"/>
              <a:buChar char="•"/>
            </a:pPr>
            <a:r>
              <a:rPr lang="en-US" dirty="0"/>
              <a:t> Optimize physical seating arrangements after allocation</a:t>
            </a:r>
            <a:endParaRPr lang="en-IN" dirty="0"/>
          </a:p>
        </p:txBody>
      </p:sp>
      <p:sp>
        <p:nvSpPr>
          <p:cNvPr id="10" name="TextBox 9">
            <a:extLst>
              <a:ext uri="{FF2B5EF4-FFF2-40B4-BE49-F238E27FC236}">
                <a16:creationId xmlns:a16="http://schemas.microsoft.com/office/drawing/2014/main" id="{1AE801DD-5614-9EBC-C280-F71494E347BA}"/>
              </a:ext>
            </a:extLst>
          </p:cNvPr>
          <p:cNvSpPr txBox="1"/>
          <p:nvPr/>
        </p:nvSpPr>
        <p:spPr>
          <a:xfrm>
            <a:off x="496956" y="2573676"/>
            <a:ext cx="3419061" cy="369332"/>
          </a:xfrm>
          <a:prstGeom prst="rect">
            <a:avLst/>
          </a:prstGeom>
          <a:noFill/>
        </p:spPr>
        <p:txBody>
          <a:bodyPr wrap="square" rtlCol="0">
            <a:spAutoFit/>
          </a:bodyPr>
          <a:lstStyle/>
          <a:p>
            <a:r>
              <a:rPr lang="en-US" b="1" dirty="0"/>
              <a:t>Problem Statement</a:t>
            </a:r>
            <a:endParaRPr lang="en-IN" b="1" dirty="0"/>
          </a:p>
        </p:txBody>
      </p:sp>
    </p:spTree>
    <p:extLst>
      <p:ext uri="{BB962C8B-B14F-4D97-AF65-F5344CB8AC3E}">
        <p14:creationId xmlns:p14="http://schemas.microsoft.com/office/powerpoint/2010/main" val="344102664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2660072" y="193965"/>
            <a:ext cx="6871855" cy="584775"/>
          </a:xfrm>
          <a:prstGeom prst="rect">
            <a:avLst/>
          </a:prstGeom>
          <a:noFill/>
        </p:spPr>
        <p:txBody>
          <a:bodyPr wrap="square" rtlCol="0">
            <a:spAutoFit/>
          </a:bodyPr>
          <a:lstStyle/>
          <a:p>
            <a:pPr algn="ctr"/>
            <a:r>
              <a:rPr lang="en-US" sz="3200" b="1" dirty="0">
                <a:solidFill>
                  <a:schemeClr val="bg1"/>
                </a:solidFill>
              </a:rPr>
              <a:t>Flow Chart</a:t>
            </a:r>
          </a:p>
        </p:txBody>
      </p:sp>
      <p:pic>
        <p:nvPicPr>
          <p:cNvPr id="14" name="Picture 13">
            <a:extLst>
              <a:ext uri="{FF2B5EF4-FFF2-40B4-BE49-F238E27FC236}">
                <a16:creationId xmlns:a16="http://schemas.microsoft.com/office/drawing/2014/main" id="{C12C8594-9C48-848A-8CC6-5461052BB659}"/>
              </a:ext>
            </a:extLst>
          </p:cNvPr>
          <p:cNvPicPr>
            <a:picLocks noChangeAspect="1"/>
          </p:cNvPicPr>
          <p:nvPr/>
        </p:nvPicPr>
        <p:blipFill>
          <a:blip r:embed="rId2"/>
          <a:stretch>
            <a:fillRect/>
          </a:stretch>
        </p:blipFill>
        <p:spPr>
          <a:xfrm>
            <a:off x="839719" y="806448"/>
            <a:ext cx="10135478" cy="5685013"/>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2660072" y="193965"/>
            <a:ext cx="6871855" cy="584775"/>
          </a:xfrm>
          <a:prstGeom prst="rect">
            <a:avLst/>
          </a:prstGeom>
          <a:noFill/>
        </p:spPr>
        <p:txBody>
          <a:bodyPr wrap="square" rtlCol="0">
            <a:spAutoFit/>
          </a:bodyPr>
          <a:lstStyle/>
          <a:p>
            <a:pPr algn="ctr"/>
            <a:r>
              <a:rPr lang="en-US" sz="3200" b="1" kern="0" dirty="0">
                <a:solidFill>
                  <a:schemeClr val="bg1"/>
                </a:solidFill>
                <a:effectLst/>
                <a:ea typeface="Times New Roman" panose="02020603050405020304" pitchFamily="18" charset="0"/>
              </a:rPr>
              <a:t>Results</a:t>
            </a:r>
            <a:endParaRPr lang="en-US" sz="3200" b="1" dirty="0">
              <a:solidFill>
                <a:schemeClr val="bg1"/>
              </a:solidFill>
            </a:endParaRPr>
          </a:p>
        </p:txBody>
      </p:sp>
      <p:sp>
        <p:nvSpPr>
          <p:cNvPr id="5" name="TextBox 4">
            <a:extLst>
              <a:ext uri="{FF2B5EF4-FFF2-40B4-BE49-F238E27FC236}">
                <a16:creationId xmlns:a16="http://schemas.microsoft.com/office/drawing/2014/main" id="{43BDE506-3656-C2DD-E97C-4B36106FACDE}"/>
              </a:ext>
            </a:extLst>
          </p:cNvPr>
          <p:cNvSpPr txBox="1"/>
          <p:nvPr/>
        </p:nvSpPr>
        <p:spPr>
          <a:xfrm>
            <a:off x="5178287" y="895941"/>
            <a:ext cx="6871855" cy="5504859"/>
          </a:xfrm>
          <a:prstGeom prst="rect">
            <a:avLst/>
          </a:prstGeom>
          <a:noFill/>
        </p:spPr>
        <p:txBody>
          <a:bodyPr wrap="square">
            <a:spAutoFit/>
          </a:bodyPr>
          <a:lstStyle/>
          <a:p>
            <a:pPr>
              <a:buNone/>
            </a:pPr>
            <a:r>
              <a:rPr lang="en-US" sz="2000" dirty="0"/>
              <a:t>The system provides an automated allocation process with the following results:</a:t>
            </a:r>
          </a:p>
          <a:p>
            <a:pPr>
              <a:buFont typeface="Arial" panose="020B0604020202020204" pitchFamily="34" charset="0"/>
              <a:buChar char="•"/>
            </a:pPr>
            <a:r>
              <a:rPr lang="en-US" sz="2000" dirty="0"/>
              <a:t>Students can be assigned to suitable laboratories based on available capacity and preferences. </a:t>
            </a:r>
          </a:p>
          <a:p>
            <a:pPr>
              <a:buFont typeface="Arial" panose="020B0604020202020204" pitchFamily="34" charset="0"/>
              <a:buChar char="•"/>
            </a:pPr>
            <a:r>
              <a:rPr lang="en-US" sz="2000" dirty="0"/>
              <a:t>Maximum Bipartite Matching maximizes the number of successful allocations. </a:t>
            </a:r>
          </a:p>
          <a:p>
            <a:pPr>
              <a:buFont typeface="Arial" panose="020B0604020202020204" pitchFamily="34" charset="0"/>
              <a:buChar char="•"/>
            </a:pPr>
            <a:r>
              <a:rPr lang="en-US" sz="2000" dirty="0"/>
              <a:t>Each student is assigned at most one laboratory seat. </a:t>
            </a:r>
          </a:p>
          <a:p>
            <a:pPr>
              <a:buFont typeface="Arial" panose="020B0604020202020204" pitchFamily="34" charset="0"/>
              <a:buChar char="•"/>
            </a:pPr>
            <a:r>
              <a:rPr lang="en-US" sz="2000" dirty="0"/>
              <a:t>Laboratory utilization can be displayed through allocation reports. </a:t>
            </a:r>
          </a:p>
          <a:p>
            <a:pPr>
              <a:buFont typeface="Arial" panose="020B0604020202020204" pitchFamily="34" charset="0"/>
              <a:buChar char="•"/>
            </a:pPr>
            <a:r>
              <a:rPr lang="en-US" sz="2000" dirty="0"/>
              <a:t>Student and laboratory information can be visualized using a bipartite graph. </a:t>
            </a:r>
          </a:p>
          <a:p>
            <a:pPr>
              <a:buFont typeface="Arial" panose="020B0604020202020204" pitchFamily="34" charset="0"/>
              <a:buChar char="•"/>
            </a:pPr>
            <a:r>
              <a:rPr lang="en-US" sz="2000" dirty="0"/>
              <a:t>Lab-wise allocation information can be generated. </a:t>
            </a:r>
          </a:p>
          <a:p>
            <a:pPr>
              <a:buFont typeface="Arial" panose="020B0604020202020204" pitchFamily="34" charset="0"/>
              <a:buChar char="•"/>
            </a:pPr>
            <a:r>
              <a:rPr lang="en-US" sz="2000" dirty="0"/>
              <a:t>Physical seating positions can be assigned after laboratory allocation. </a:t>
            </a:r>
          </a:p>
          <a:p>
            <a:pPr>
              <a:buFont typeface="Arial" panose="020B0604020202020204" pitchFamily="34" charset="0"/>
              <a:buChar char="•"/>
            </a:pPr>
            <a:r>
              <a:rPr lang="en-US" sz="2000" dirty="0"/>
              <a:t>Available and assigned seats can be displayed in the seating plan. </a:t>
            </a:r>
          </a:p>
          <a:p>
            <a:pPr>
              <a:buFont typeface="Arial" panose="020B0604020202020204" pitchFamily="34" charset="0"/>
              <a:buChar char="•"/>
            </a:pPr>
            <a:r>
              <a:rPr lang="en-US" sz="2000" dirty="0"/>
              <a:t>Allocation statistics and reports can be generated.</a:t>
            </a:r>
          </a:p>
        </p:txBody>
      </p:sp>
      <p:pic>
        <p:nvPicPr>
          <p:cNvPr id="7" name="Picture 6">
            <a:extLst>
              <a:ext uri="{FF2B5EF4-FFF2-40B4-BE49-F238E27FC236}">
                <a16:creationId xmlns:a16="http://schemas.microsoft.com/office/drawing/2014/main" id="{84F78807-2EB7-42BB-B26E-642A6FB57187}"/>
              </a:ext>
            </a:extLst>
          </p:cNvPr>
          <p:cNvPicPr>
            <a:picLocks noChangeAspect="1"/>
          </p:cNvPicPr>
          <p:nvPr/>
        </p:nvPicPr>
        <p:blipFill>
          <a:blip r:embed="rId2"/>
          <a:stretch>
            <a:fillRect/>
          </a:stretch>
        </p:blipFill>
        <p:spPr>
          <a:xfrm>
            <a:off x="0" y="1186050"/>
            <a:ext cx="5178287" cy="4497907"/>
          </a:xfrm>
          <a:prstGeom prst="rect">
            <a:avLst/>
          </a:prstGeom>
        </p:spPr>
      </p:pic>
    </p:spTree>
    <p:extLst>
      <p:ext uri="{BB962C8B-B14F-4D97-AF65-F5344CB8AC3E}">
        <p14:creationId xmlns:p14="http://schemas.microsoft.com/office/powerpoint/2010/main" val="10609222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3654372" y="262038"/>
            <a:ext cx="6419945" cy="603950"/>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3547840" y="302403"/>
            <a:ext cx="6871855" cy="523220"/>
          </a:xfrm>
          <a:prstGeom prst="rect">
            <a:avLst/>
          </a:prstGeom>
          <a:noFill/>
        </p:spPr>
        <p:txBody>
          <a:bodyPr wrap="square" rtlCol="0">
            <a:spAutoFit/>
          </a:bodyPr>
          <a:lstStyle/>
          <a:p>
            <a:pPr algn="ctr"/>
            <a:r>
              <a:rPr lang="en-US" sz="2800" b="1" kern="0" dirty="0">
                <a:solidFill>
                  <a:schemeClr val="bg1"/>
                </a:solidFill>
                <a:effectLst/>
                <a:ea typeface="Times New Roman" panose="02020603050405020304" pitchFamily="18" charset="0"/>
              </a:rPr>
              <a:t>Hardware and Software requirements</a:t>
            </a:r>
            <a:endParaRPr lang="en-US" sz="2800" b="1" dirty="0">
              <a:solidFill>
                <a:schemeClr val="bg1"/>
              </a:solidFill>
            </a:endParaRPr>
          </a:p>
        </p:txBody>
      </p:sp>
      <p:graphicFrame>
        <p:nvGraphicFramePr>
          <p:cNvPr id="6" name="Table 5">
            <a:extLst>
              <a:ext uri="{FF2B5EF4-FFF2-40B4-BE49-F238E27FC236}">
                <a16:creationId xmlns:a16="http://schemas.microsoft.com/office/drawing/2014/main" id="{25046B86-92D3-31BD-9413-5471E5A708DB}"/>
              </a:ext>
            </a:extLst>
          </p:cNvPr>
          <p:cNvGraphicFramePr>
            <a:graphicFrameLocks noGrp="1"/>
          </p:cNvGraphicFramePr>
          <p:nvPr>
            <p:extLst>
              <p:ext uri="{D42A27DB-BD31-4B8C-83A1-F6EECF244321}">
                <p14:modId xmlns:p14="http://schemas.microsoft.com/office/powerpoint/2010/main" val="2810820179"/>
              </p:ext>
            </p:extLst>
          </p:nvPr>
        </p:nvGraphicFramePr>
        <p:xfrm>
          <a:off x="5906582" y="1418286"/>
          <a:ext cx="5784750" cy="5177676"/>
        </p:xfrm>
        <a:graphic>
          <a:graphicData uri="http://schemas.openxmlformats.org/drawingml/2006/table">
            <a:tbl>
              <a:tblPr firstRow="1" bandRow="1">
                <a:tableStyleId>{5C22544A-7EE6-4342-B048-85BDC9FD1C3A}</a:tableStyleId>
              </a:tblPr>
              <a:tblGrid>
                <a:gridCol w="2852706">
                  <a:extLst>
                    <a:ext uri="{9D8B030D-6E8A-4147-A177-3AD203B41FA5}">
                      <a16:colId xmlns:a16="http://schemas.microsoft.com/office/drawing/2014/main" val="544723699"/>
                    </a:ext>
                  </a:extLst>
                </a:gridCol>
                <a:gridCol w="2932044">
                  <a:extLst>
                    <a:ext uri="{9D8B030D-6E8A-4147-A177-3AD203B41FA5}">
                      <a16:colId xmlns:a16="http://schemas.microsoft.com/office/drawing/2014/main" val="2346868243"/>
                    </a:ext>
                  </a:extLst>
                </a:gridCol>
              </a:tblGrid>
              <a:tr h="0">
                <a:tc>
                  <a:txBody>
                    <a:bodyPr/>
                    <a:lstStyle/>
                    <a:p>
                      <a:pPr>
                        <a:buNone/>
                      </a:pPr>
                      <a:r>
                        <a:rPr lang="en-IN" b="1" dirty="0"/>
                        <a:t>Component</a:t>
                      </a:r>
                    </a:p>
                  </a:txBody>
                  <a:tcPr anchor="ctr"/>
                </a:tc>
                <a:tc>
                  <a:txBody>
                    <a:bodyPr/>
                    <a:lstStyle/>
                    <a:p>
                      <a:pPr>
                        <a:buNone/>
                      </a:pPr>
                      <a:r>
                        <a:rPr lang="en-IN" b="1" dirty="0"/>
                        <a:t>Requirement</a:t>
                      </a:r>
                    </a:p>
                  </a:txBody>
                  <a:tcPr anchor="ctr"/>
                </a:tc>
                <a:extLst>
                  <a:ext uri="{0D108BD9-81ED-4DB2-BD59-A6C34878D82A}">
                    <a16:rowId xmlns:a16="http://schemas.microsoft.com/office/drawing/2014/main" val="2670387714"/>
                  </a:ext>
                </a:extLst>
              </a:tr>
              <a:tr h="588626">
                <a:tc>
                  <a:txBody>
                    <a:bodyPr/>
                    <a:lstStyle/>
                    <a:p>
                      <a:pPr>
                        <a:buNone/>
                      </a:pPr>
                      <a:r>
                        <a:rPr lang="en-IN" dirty="0"/>
                        <a:t>Frontend</a:t>
                      </a:r>
                    </a:p>
                  </a:txBody>
                  <a:tcPr anchor="ctr"/>
                </a:tc>
                <a:tc>
                  <a:txBody>
                    <a:bodyPr/>
                    <a:lstStyle/>
                    <a:p>
                      <a:pPr>
                        <a:buNone/>
                      </a:pPr>
                      <a:r>
                        <a:rPr lang="en-IN"/>
                        <a:t>HTML, CSS, JavaScript</a:t>
                      </a:r>
                    </a:p>
                  </a:txBody>
                  <a:tcPr anchor="ctr"/>
                </a:tc>
                <a:extLst>
                  <a:ext uri="{0D108BD9-81ED-4DB2-BD59-A6C34878D82A}">
                    <a16:rowId xmlns:a16="http://schemas.microsoft.com/office/drawing/2014/main" val="365712508"/>
                  </a:ext>
                </a:extLst>
              </a:tr>
              <a:tr h="588626">
                <a:tc>
                  <a:txBody>
                    <a:bodyPr/>
                    <a:lstStyle/>
                    <a:p>
                      <a:pPr>
                        <a:buNone/>
                      </a:pPr>
                      <a:r>
                        <a:rPr lang="en-IN" dirty="0"/>
                        <a:t>Backend</a:t>
                      </a:r>
                    </a:p>
                  </a:txBody>
                  <a:tcPr anchor="ctr"/>
                </a:tc>
                <a:tc>
                  <a:txBody>
                    <a:bodyPr/>
                    <a:lstStyle/>
                    <a:p>
                      <a:pPr>
                        <a:buNone/>
                      </a:pPr>
                      <a:r>
                        <a:rPr lang="en-IN"/>
                        <a:t>Java</a:t>
                      </a:r>
                    </a:p>
                  </a:txBody>
                  <a:tcPr anchor="ctr"/>
                </a:tc>
                <a:extLst>
                  <a:ext uri="{0D108BD9-81ED-4DB2-BD59-A6C34878D82A}">
                    <a16:rowId xmlns:a16="http://schemas.microsoft.com/office/drawing/2014/main" val="587194290"/>
                  </a:ext>
                </a:extLst>
              </a:tr>
              <a:tr h="588626">
                <a:tc>
                  <a:txBody>
                    <a:bodyPr/>
                    <a:lstStyle/>
                    <a:p>
                      <a:pPr>
                        <a:buNone/>
                      </a:pPr>
                      <a:r>
                        <a:rPr lang="en-IN" dirty="0"/>
                        <a:t>Core Algorithm</a:t>
                      </a:r>
                    </a:p>
                  </a:txBody>
                  <a:tcPr anchor="ctr"/>
                </a:tc>
                <a:tc>
                  <a:txBody>
                    <a:bodyPr/>
                    <a:lstStyle/>
                    <a:p>
                      <a:pPr>
                        <a:buNone/>
                      </a:pPr>
                      <a:r>
                        <a:rPr lang="en-US"/>
                        <a:t>Maximum Bipartite Matching / Hopcroft–Karp</a:t>
                      </a:r>
                    </a:p>
                  </a:txBody>
                  <a:tcPr anchor="ctr"/>
                </a:tc>
                <a:extLst>
                  <a:ext uri="{0D108BD9-81ED-4DB2-BD59-A6C34878D82A}">
                    <a16:rowId xmlns:a16="http://schemas.microsoft.com/office/drawing/2014/main" val="2947187219"/>
                  </a:ext>
                </a:extLst>
              </a:tr>
              <a:tr h="588626">
                <a:tc>
                  <a:txBody>
                    <a:bodyPr/>
                    <a:lstStyle/>
                    <a:p>
                      <a:pPr>
                        <a:buNone/>
                      </a:pPr>
                      <a:r>
                        <a:rPr lang="en-IN" dirty="0"/>
                        <a:t>Data Structure</a:t>
                      </a:r>
                    </a:p>
                  </a:txBody>
                  <a:tcPr anchor="ctr"/>
                </a:tc>
                <a:tc>
                  <a:txBody>
                    <a:bodyPr/>
                    <a:lstStyle/>
                    <a:p>
                      <a:pPr>
                        <a:buNone/>
                      </a:pPr>
                      <a:r>
                        <a:rPr lang="en-IN"/>
                        <a:t>Bipartite Graph</a:t>
                      </a:r>
                    </a:p>
                  </a:txBody>
                  <a:tcPr anchor="ctr"/>
                </a:tc>
                <a:extLst>
                  <a:ext uri="{0D108BD9-81ED-4DB2-BD59-A6C34878D82A}">
                    <a16:rowId xmlns:a16="http://schemas.microsoft.com/office/drawing/2014/main" val="3441565185"/>
                  </a:ext>
                </a:extLst>
              </a:tr>
              <a:tr h="588626">
                <a:tc>
                  <a:txBody>
                    <a:bodyPr/>
                    <a:lstStyle/>
                    <a:p>
                      <a:pPr>
                        <a:buNone/>
                      </a:pPr>
                      <a:r>
                        <a:rPr lang="en-IN" dirty="0"/>
                        <a:t>Database</a:t>
                      </a:r>
                    </a:p>
                  </a:txBody>
                  <a:tcPr anchor="ctr"/>
                </a:tc>
                <a:tc>
                  <a:txBody>
                    <a:bodyPr/>
                    <a:lstStyle/>
                    <a:p>
                      <a:pPr>
                        <a:buNone/>
                      </a:pPr>
                      <a:r>
                        <a:rPr lang="en-IN"/>
                        <a:t>MySQL</a:t>
                      </a:r>
                    </a:p>
                  </a:txBody>
                  <a:tcPr anchor="ctr"/>
                </a:tc>
                <a:extLst>
                  <a:ext uri="{0D108BD9-81ED-4DB2-BD59-A6C34878D82A}">
                    <a16:rowId xmlns:a16="http://schemas.microsoft.com/office/drawing/2014/main" val="3272666538"/>
                  </a:ext>
                </a:extLst>
              </a:tr>
              <a:tr h="588626">
                <a:tc>
                  <a:txBody>
                    <a:bodyPr/>
                    <a:lstStyle/>
                    <a:p>
                      <a:pPr>
                        <a:buNone/>
                      </a:pPr>
                      <a:r>
                        <a:rPr lang="en-IN"/>
                        <a:t>Visualization</a:t>
                      </a:r>
                    </a:p>
                  </a:txBody>
                  <a:tcPr anchor="ctr"/>
                </a:tc>
                <a:tc>
                  <a:txBody>
                    <a:bodyPr/>
                    <a:lstStyle/>
                    <a:p>
                      <a:pPr>
                        <a:buNone/>
                      </a:pPr>
                      <a:r>
                        <a:rPr lang="en-IN" dirty="0"/>
                        <a:t>JavaScript-based visualization</a:t>
                      </a:r>
                    </a:p>
                  </a:txBody>
                  <a:tcPr anchor="ctr"/>
                </a:tc>
                <a:extLst>
                  <a:ext uri="{0D108BD9-81ED-4DB2-BD59-A6C34878D82A}">
                    <a16:rowId xmlns:a16="http://schemas.microsoft.com/office/drawing/2014/main" val="805525512"/>
                  </a:ext>
                </a:extLst>
              </a:tr>
              <a:tr h="588626">
                <a:tc>
                  <a:txBody>
                    <a:bodyPr/>
                    <a:lstStyle/>
                    <a:p>
                      <a:pPr>
                        <a:buNone/>
                      </a:pPr>
                      <a:r>
                        <a:rPr lang="en-IN"/>
                        <a:t>IDE</a:t>
                      </a:r>
                    </a:p>
                  </a:txBody>
                  <a:tcPr anchor="ctr"/>
                </a:tc>
                <a:tc>
                  <a:txBody>
                    <a:bodyPr/>
                    <a:lstStyle/>
                    <a:p>
                      <a:pPr>
                        <a:buNone/>
                      </a:pPr>
                      <a:r>
                        <a:rPr lang="en-IN" dirty="0"/>
                        <a:t>Visual Studio Code / IntelliJ IDEA</a:t>
                      </a:r>
                    </a:p>
                  </a:txBody>
                  <a:tcPr anchor="ctr"/>
                </a:tc>
                <a:extLst>
                  <a:ext uri="{0D108BD9-81ED-4DB2-BD59-A6C34878D82A}">
                    <a16:rowId xmlns:a16="http://schemas.microsoft.com/office/drawing/2014/main" val="3976708475"/>
                  </a:ext>
                </a:extLst>
              </a:tr>
              <a:tr h="588626">
                <a:tc>
                  <a:txBody>
                    <a:bodyPr/>
                    <a:lstStyle/>
                    <a:p>
                      <a:pPr>
                        <a:buNone/>
                      </a:pPr>
                      <a:r>
                        <a:rPr lang="en-IN"/>
                        <a:t>Version Control</a:t>
                      </a:r>
                    </a:p>
                  </a:txBody>
                  <a:tcPr anchor="ctr"/>
                </a:tc>
                <a:tc>
                  <a:txBody>
                    <a:bodyPr/>
                    <a:lstStyle/>
                    <a:p>
                      <a:pPr>
                        <a:buNone/>
                      </a:pPr>
                      <a:r>
                        <a:rPr lang="en-IN" dirty="0"/>
                        <a:t>Git &amp; GitHub</a:t>
                      </a:r>
                    </a:p>
                  </a:txBody>
                  <a:tcPr anchor="ctr"/>
                </a:tc>
                <a:extLst>
                  <a:ext uri="{0D108BD9-81ED-4DB2-BD59-A6C34878D82A}">
                    <a16:rowId xmlns:a16="http://schemas.microsoft.com/office/drawing/2014/main" val="841322028"/>
                  </a:ext>
                </a:extLst>
              </a:tr>
            </a:tbl>
          </a:graphicData>
        </a:graphic>
      </p:graphicFrame>
      <p:sp>
        <p:nvSpPr>
          <p:cNvPr id="8" name="TextBox 7">
            <a:extLst>
              <a:ext uri="{FF2B5EF4-FFF2-40B4-BE49-F238E27FC236}">
                <a16:creationId xmlns:a16="http://schemas.microsoft.com/office/drawing/2014/main" id="{2A1D8092-4592-F77B-DA2B-466030787A7A}"/>
              </a:ext>
            </a:extLst>
          </p:cNvPr>
          <p:cNvSpPr txBox="1"/>
          <p:nvPr/>
        </p:nvSpPr>
        <p:spPr>
          <a:xfrm>
            <a:off x="5906582" y="956049"/>
            <a:ext cx="6097656" cy="369332"/>
          </a:xfrm>
          <a:prstGeom prst="rect">
            <a:avLst/>
          </a:prstGeom>
          <a:noFill/>
        </p:spPr>
        <p:txBody>
          <a:bodyPr wrap="square">
            <a:spAutoFit/>
          </a:bodyPr>
          <a:lstStyle/>
          <a:p>
            <a:r>
              <a:rPr lang="en-IN" b="1" dirty="0"/>
              <a:t>Software:</a:t>
            </a:r>
          </a:p>
        </p:txBody>
      </p:sp>
      <p:graphicFrame>
        <p:nvGraphicFramePr>
          <p:cNvPr id="9" name="Table 8">
            <a:extLst>
              <a:ext uri="{FF2B5EF4-FFF2-40B4-BE49-F238E27FC236}">
                <a16:creationId xmlns:a16="http://schemas.microsoft.com/office/drawing/2014/main" id="{D6259528-F5C7-F4F5-430B-2A4D4F8F63D1}"/>
              </a:ext>
            </a:extLst>
          </p:cNvPr>
          <p:cNvGraphicFramePr>
            <a:graphicFrameLocks noGrp="1"/>
          </p:cNvGraphicFramePr>
          <p:nvPr>
            <p:extLst>
              <p:ext uri="{D42A27DB-BD31-4B8C-83A1-F6EECF244321}">
                <p14:modId xmlns:p14="http://schemas.microsoft.com/office/powerpoint/2010/main" val="1068364019"/>
              </p:ext>
            </p:extLst>
          </p:nvPr>
        </p:nvGraphicFramePr>
        <p:xfrm>
          <a:off x="427384" y="2910581"/>
          <a:ext cx="3687416" cy="2230532"/>
        </p:xfrm>
        <a:graphic>
          <a:graphicData uri="http://schemas.openxmlformats.org/drawingml/2006/table">
            <a:tbl>
              <a:tblPr firstRow="1" bandRow="1">
                <a:tableStyleId>{5C22544A-7EE6-4342-B048-85BDC9FD1C3A}</a:tableStyleId>
              </a:tblPr>
              <a:tblGrid>
                <a:gridCol w="3687416">
                  <a:extLst>
                    <a:ext uri="{9D8B030D-6E8A-4147-A177-3AD203B41FA5}">
                      <a16:colId xmlns:a16="http://schemas.microsoft.com/office/drawing/2014/main" val="1248284911"/>
                    </a:ext>
                  </a:extLst>
                </a:gridCol>
              </a:tblGrid>
              <a:tr h="55763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dirty="0">
                        <a:ln>
                          <a:noFill/>
                        </a:ln>
                        <a:solidFill>
                          <a:prstClr val="white"/>
                        </a:solidFill>
                        <a:effectLst/>
                        <a:uLnTx/>
                        <a:uFillTx/>
                        <a:latin typeface="+mn-lt"/>
                        <a:ea typeface="+mn-ea"/>
                        <a:cs typeface="+mn-cs"/>
                      </a:endParaRPr>
                    </a:p>
                  </a:txBody>
                  <a:tcPr>
                    <a:solidFill>
                      <a:schemeClr val="bg1"/>
                    </a:solidFill>
                  </a:tcPr>
                </a:tc>
                <a:extLst>
                  <a:ext uri="{0D108BD9-81ED-4DB2-BD59-A6C34878D82A}">
                    <a16:rowId xmlns:a16="http://schemas.microsoft.com/office/drawing/2014/main" val="1185345900"/>
                  </a:ext>
                </a:extLst>
              </a:tr>
              <a:tr h="557633">
                <a:tc>
                  <a:txBody>
                    <a:bodyPr/>
                    <a:lstStyle/>
                    <a:p>
                      <a:pPr marL="285750" indent="-285750">
                        <a:buFont typeface="Arial" panose="020B0604020202020204" pitchFamily="34" charset="0"/>
                        <a:buChar char="•"/>
                      </a:pPr>
                      <a:r>
                        <a:rPr lang="en-US" dirty="0"/>
                        <a:t>Minimum 4 GB RAM</a:t>
                      </a:r>
                      <a:endParaRPr lang="en-IN" dirty="0"/>
                    </a:p>
                  </a:txBody>
                  <a:tcPr/>
                </a:tc>
                <a:extLst>
                  <a:ext uri="{0D108BD9-81ED-4DB2-BD59-A6C34878D82A}">
                    <a16:rowId xmlns:a16="http://schemas.microsoft.com/office/drawing/2014/main" val="866454380"/>
                  </a:ext>
                </a:extLst>
              </a:tr>
              <a:tr h="557633">
                <a:tc>
                  <a:txBody>
                    <a:bodyPr/>
                    <a:lstStyle/>
                    <a:p>
                      <a:pPr marL="285750" indent="-285750">
                        <a:buFont typeface="Arial" panose="020B0604020202020204" pitchFamily="34" charset="0"/>
                        <a:buChar char="•"/>
                      </a:pPr>
                      <a:r>
                        <a:rPr lang="en-US" dirty="0"/>
                        <a:t>Internet Connection</a:t>
                      </a:r>
                      <a:endParaRPr lang="en-IN" dirty="0"/>
                    </a:p>
                  </a:txBody>
                  <a:tcPr/>
                </a:tc>
                <a:extLst>
                  <a:ext uri="{0D108BD9-81ED-4DB2-BD59-A6C34878D82A}">
                    <a16:rowId xmlns:a16="http://schemas.microsoft.com/office/drawing/2014/main" val="2284046898"/>
                  </a:ext>
                </a:extLst>
              </a:tr>
              <a:tr h="557633">
                <a:tc>
                  <a:txBody>
                    <a:bodyPr/>
                    <a:lstStyle/>
                    <a:p>
                      <a:pPr marL="285750" indent="-285750">
                        <a:buFont typeface="Arial" panose="020B0604020202020204" pitchFamily="34" charset="0"/>
                        <a:buChar char="•"/>
                      </a:pPr>
                      <a:r>
                        <a:rPr lang="en-US" dirty="0"/>
                        <a:t>Keyboard and mouse</a:t>
                      </a:r>
                      <a:endParaRPr lang="en-IN" dirty="0"/>
                    </a:p>
                  </a:txBody>
                  <a:tcPr/>
                </a:tc>
                <a:extLst>
                  <a:ext uri="{0D108BD9-81ED-4DB2-BD59-A6C34878D82A}">
                    <a16:rowId xmlns:a16="http://schemas.microsoft.com/office/drawing/2014/main" val="3193427315"/>
                  </a:ext>
                </a:extLst>
              </a:tr>
            </a:tbl>
          </a:graphicData>
        </a:graphic>
      </p:graphicFrame>
      <p:sp>
        <p:nvSpPr>
          <p:cNvPr id="10" name="TextBox 9">
            <a:extLst>
              <a:ext uri="{FF2B5EF4-FFF2-40B4-BE49-F238E27FC236}">
                <a16:creationId xmlns:a16="http://schemas.microsoft.com/office/drawing/2014/main" id="{B0198002-BB7A-3B39-6FD5-4F6F744392D1}"/>
              </a:ext>
            </a:extLst>
          </p:cNvPr>
          <p:cNvSpPr txBox="1"/>
          <p:nvPr/>
        </p:nvSpPr>
        <p:spPr>
          <a:xfrm>
            <a:off x="427384" y="2910581"/>
            <a:ext cx="3031435" cy="369332"/>
          </a:xfrm>
          <a:prstGeom prst="rect">
            <a:avLst/>
          </a:prstGeom>
          <a:noFill/>
        </p:spPr>
        <p:txBody>
          <a:bodyPr wrap="square" rtlCol="0">
            <a:spAutoFit/>
          </a:bodyPr>
          <a:lstStyle/>
          <a:p>
            <a:r>
              <a:rPr lang="en-US" b="1" dirty="0"/>
              <a:t>Hardware</a:t>
            </a:r>
            <a:endParaRPr lang="en-IN" b="1" dirty="0"/>
          </a:p>
        </p:txBody>
      </p:sp>
    </p:spTree>
    <p:extLst>
      <p:ext uri="{BB962C8B-B14F-4D97-AF65-F5344CB8AC3E}">
        <p14:creationId xmlns:p14="http://schemas.microsoft.com/office/powerpoint/2010/main" val="229275090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2660072" y="187903"/>
            <a:ext cx="6871855" cy="584775"/>
          </a:xfrm>
          <a:prstGeom prst="rect">
            <a:avLst/>
          </a:prstGeom>
          <a:noFill/>
        </p:spPr>
        <p:txBody>
          <a:bodyPr wrap="square" rtlCol="0">
            <a:spAutoFit/>
          </a:bodyPr>
          <a:lstStyle/>
          <a:p>
            <a:pPr algn="ctr"/>
            <a:r>
              <a:rPr lang="en-US" sz="3200" b="1" dirty="0">
                <a:solidFill>
                  <a:schemeClr val="bg1"/>
                </a:solidFill>
              </a:rPr>
              <a:t>Conclusion</a:t>
            </a:r>
          </a:p>
        </p:txBody>
      </p:sp>
      <p:sp>
        <p:nvSpPr>
          <p:cNvPr id="5" name="TextBox 4">
            <a:extLst>
              <a:ext uri="{FF2B5EF4-FFF2-40B4-BE49-F238E27FC236}">
                <a16:creationId xmlns:a16="http://schemas.microsoft.com/office/drawing/2014/main" id="{57D1357E-649C-ED0D-C2C0-72578663205C}"/>
              </a:ext>
            </a:extLst>
          </p:cNvPr>
          <p:cNvSpPr txBox="1"/>
          <p:nvPr/>
        </p:nvSpPr>
        <p:spPr>
          <a:xfrm>
            <a:off x="7282389" y="2175831"/>
            <a:ext cx="4909611" cy="2862322"/>
          </a:xfrm>
          <a:prstGeom prst="rect">
            <a:avLst/>
          </a:prstGeom>
          <a:noFill/>
        </p:spPr>
        <p:txBody>
          <a:bodyPr wrap="square">
            <a:spAutoFit/>
          </a:bodyPr>
          <a:lstStyle/>
          <a:p>
            <a:r>
              <a:rPr lang="en-US" dirty="0"/>
              <a:t>The Automated Student–Lab Allocation system provides a graph-based solution for handling student laboratory allocation. By representing students and laboratory seats as a bipartite graph and applying the Hopcroft–Karp algorithm, the system can obtain a maximum matching while respecting allocation constraints. The additional seating optimization, visualization, and reporting features provide an organized way to manage and understand the allocation results.</a:t>
            </a:r>
            <a:endParaRPr lang="en-IN" dirty="0"/>
          </a:p>
        </p:txBody>
      </p:sp>
      <p:pic>
        <p:nvPicPr>
          <p:cNvPr id="7" name="Picture 6">
            <a:extLst>
              <a:ext uri="{FF2B5EF4-FFF2-40B4-BE49-F238E27FC236}">
                <a16:creationId xmlns:a16="http://schemas.microsoft.com/office/drawing/2014/main" id="{DFE03C73-CE33-E6B1-7FF7-357C1C2586C0}"/>
              </a:ext>
            </a:extLst>
          </p:cNvPr>
          <p:cNvPicPr>
            <a:picLocks noChangeAspect="1"/>
          </p:cNvPicPr>
          <p:nvPr/>
        </p:nvPicPr>
        <p:blipFill>
          <a:blip r:embed="rId2"/>
          <a:stretch>
            <a:fillRect/>
          </a:stretch>
        </p:blipFill>
        <p:spPr>
          <a:xfrm>
            <a:off x="141618" y="1470681"/>
            <a:ext cx="7188981" cy="3916638"/>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Rounded Corners 2"/>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p:cNvSpPr txBox="1"/>
          <p:nvPr/>
        </p:nvSpPr>
        <p:spPr>
          <a:xfrm>
            <a:off x="2660072" y="154134"/>
            <a:ext cx="6871855" cy="584775"/>
          </a:xfrm>
          <a:prstGeom prst="rect">
            <a:avLst/>
          </a:prstGeom>
          <a:noFill/>
        </p:spPr>
        <p:txBody>
          <a:bodyPr wrap="square" rtlCol="0">
            <a:spAutoFit/>
          </a:bodyPr>
          <a:lstStyle/>
          <a:p>
            <a:pPr algn="ctr"/>
            <a:r>
              <a:rPr lang="en-US" sz="3200" b="1" dirty="0">
                <a:solidFill>
                  <a:schemeClr val="bg1"/>
                </a:solidFill>
              </a:rPr>
              <a:t> Future Scope</a:t>
            </a:r>
          </a:p>
        </p:txBody>
      </p:sp>
      <p:sp>
        <p:nvSpPr>
          <p:cNvPr id="6" name="TextBox 5">
            <a:extLst>
              <a:ext uri="{FF2B5EF4-FFF2-40B4-BE49-F238E27FC236}">
                <a16:creationId xmlns:a16="http://schemas.microsoft.com/office/drawing/2014/main" id="{03D0739A-33BC-0C7E-29D6-19D04E08725B}"/>
              </a:ext>
            </a:extLst>
          </p:cNvPr>
          <p:cNvSpPr txBox="1"/>
          <p:nvPr/>
        </p:nvSpPr>
        <p:spPr>
          <a:xfrm>
            <a:off x="2965473" y="1330990"/>
            <a:ext cx="6589644" cy="4196020"/>
          </a:xfrm>
          <a:prstGeom prst="rect">
            <a:avLst/>
          </a:prstGeom>
          <a:noFill/>
        </p:spPr>
        <p:txBody>
          <a:bodyPr wrap="square" anchor="ctr">
            <a:spAutoFit/>
          </a:bodyPr>
          <a:lstStyle/>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 Integration with college student management systems. </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 Real-time student and laboratory data synchronization. </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 Support for larger student and laboratory datasets. </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 Advanced student preference handling. </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 More seating constraints and optimization rules. </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 Automatic generation of printable seating charts. </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 Improved graph and seating visualization. </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 Advanced allocation statistics and analytics. </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 Role-based access for students, faculty, and administrators. </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 Cloud-based deployment for centralized access. </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Rounded Corners 2"/>
          <p:cNvSpPr/>
          <p:nvPr/>
        </p:nvSpPr>
        <p:spPr>
          <a:xfrm>
            <a:off x="3736107" y="2619376"/>
            <a:ext cx="4946253" cy="1357820"/>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b="1" dirty="0"/>
              <a:t>Thank you</a:t>
            </a:r>
          </a:p>
        </p:txBody>
      </p:sp>
    </p:spTree>
    <p:extLst>
      <p:ext uri="{BB962C8B-B14F-4D97-AF65-F5344CB8AC3E}">
        <p14:creationId xmlns:p14="http://schemas.microsoft.com/office/powerpoint/2010/main" val="131354347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142</TotalTime>
  <Words>781</Words>
  <Application>Microsoft Office PowerPoint</Application>
  <PresentationFormat>Widescreen</PresentationFormat>
  <Paragraphs>104</Paragraphs>
  <Slides>11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Arial</vt:lpstr>
      <vt:lpstr>Calibri</vt:lpstr>
      <vt:lpstr>Times New Roman</vt:lpstr>
      <vt:lpstr>Office Theme</vt:lpstr>
      <vt:lpstr>       Data Structures and Algorithms -3 (25CS2103E)  Title of the project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dc:title>
  <dc:creator>Sirisha Devi</dc:creator>
  <cp:lastModifiedBy>Keerthi Sri Mandapati</cp:lastModifiedBy>
  <cp:revision>19</cp:revision>
  <dcterms:created xsi:type="dcterms:W3CDTF">2024-08-29T05:25:00Z</dcterms:created>
  <dcterms:modified xsi:type="dcterms:W3CDTF">2026-09-18T04:07:00Z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FB2A1F042FC047C6B4D7E0BF0C20B2E9_13</vt:lpwstr>
  </property>
  <property fmtid="{D5CDD505-2E9C-101B-9397-08002B2CF9AE}" pid="3" name="KSOProductBuildVer">
    <vt:lpwstr>1033-12.2.0.23131</vt:lpwstr>
  </property>
</Properties>
</file>